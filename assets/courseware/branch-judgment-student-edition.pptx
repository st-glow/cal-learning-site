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22d44e388f4239" /><Relationship Type="http://schemas.openxmlformats.org/officeDocument/2006/relationships/extended-properties" Target="/docProps/app.xml" Id="R64e9a98527334edb" /><Relationship Type="http://schemas.openxmlformats.org/officeDocument/2006/relationships/officeDocument" Target="/ppt/presentation.xml" Id="R51a2c38108c148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634ce997f94e34"/>
    <p:sldMasterId xmlns:r="http://schemas.openxmlformats.org/officeDocument/2006/relationships" id="2147483655" r:id="R664d471972e0426d"/>
  </p:sldMasterIdLst>
  <p:notesMasterIdLst>
    <p:notesMasterId xmlns:r="http://schemas.openxmlformats.org/officeDocument/2006/relationships" r:id="Rcd44c4325cc24e2e"/>
  </p:notesMasterIdLst>
  <p:sldIdLst>
    <p:sldId xmlns:r="http://schemas.openxmlformats.org/officeDocument/2006/relationships" id="256" r:id="R7bb6061b525a4004"/>
    <p:sldId xmlns:r="http://schemas.openxmlformats.org/officeDocument/2006/relationships" id="257" r:id="R437688592ac84ad6"/>
    <p:sldId xmlns:r="http://schemas.openxmlformats.org/officeDocument/2006/relationships" id="258" r:id="R8bf7850dc8be460c"/>
    <p:sldId xmlns:r="http://schemas.openxmlformats.org/officeDocument/2006/relationships" id="259" r:id="R7914e46e4c82464a"/>
    <p:sldId xmlns:r="http://schemas.openxmlformats.org/officeDocument/2006/relationships" id="260" r:id="R4f1e61875a194191"/>
    <p:sldId xmlns:r="http://schemas.openxmlformats.org/officeDocument/2006/relationships" id="261" r:id="Rf3660bf2c4ba4030"/>
    <p:sldId xmlns:r="http://schemas.openxmlformats.org/officeDocument/2006/relationships" id="262" r:id="Rf73bde705afb4d5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19A8EE4-F25D-4F2E-A47A-C0C3B0C93320}" styleName="表样式 1 25">
    <a:wholeTbl>
      <a:tcTxStyle>
        <a:fontRef idx="none">
          <a:srgbClr val="000000"/>
        </a:fontRef>
      </a:tcTxStyle>
      <a:tcStyle>
        <a:tcBdr>
          <a:left>
            <a:ln w="9525" cmpd="sng">
              <a:solidFill>
                <a:schemeClr val="accent1"/>
              </a:solidFill>
            </a:ln>
          </a:left>
          <a:right>
            <a:ln w="9525" cmpd="sng">
              <a:solidFill>
                <a:schemeClr val="accent1"/>
              </a:solidFill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 w="9525" cmpd="sng">
              <a:solidFill>
                <a:schemeClr val="accent1">
                  <a:lumMod val="34000"/>
                  <a:lumOff val="66000"/>
                </a:schemeClr>
              </a:solidFill>
            </a:ln>
          </a:insideH>
          <a:insideV>
            <a:ln w="9525" cmpd="sng">
              <a:solidFill>
                <a:schemeClr val="accent1">
                  <a:lumMod val="34000"/>
                  <a:lumOff val="66000"/>
                </a:schemeClr>
              </a:solidFill>
            </a:ln>
          </a:insideV>
        </a:tcBdr>
        <a:fill>
          <a:solidFill>
            <a:srgbClr val="FFFFFF"/>
          </a:solidFill>
        </a:fill>
      </a:tcStyle>
    </a:wholeTbl>
    <a:band2H>
      <a:tcTxStyle>
        <a:fontRef idx="none">
          <a:srgbClr val="08090C"/>
        </a:fontRef>
      </a:tcTxStyle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>
          <a:left>
            <a:ln w="9525" cmpd="sng">
              <a:solidFill>
                <a:schemeClr val="accent1"/>
              </a:solidFill>
            </a:ln>
          </a:left>
          <a:right>
            <a:ln w="9525" cmpd="sng">
              <a:solidFill>
                <a:schemeClr val="accent1"/>
              </a:solidFill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band2V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</a:ln>
          </a:insideH>
          <a:insideV>
            <a:ln>
              <a:noFill/>
            </a:ln>
          </a:insideV>
        </a:tcBdr>
      </a:tcStyle>
    </a:band2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1">
                  <a:lumMod val="34000"/>
                  <a:lumOff val="66000"/>
                </a:schemeClr>
              </a:solidFill>
            </a:ln>
          </a:left>
          <a:right>
            <a:ln w="9525" cmpd="sng">
              <a:solidFill>
                <a:schemeClr val="accent1"/>
              </a:solidFill>
            </a:ln>
          </a:right>
          <a:top>
            <a:ln w="9525" cmpd="sng">
              <a:solidFill>
                <a:schemeClr val="accent1">
                  <a:lumMod val="34000"/>
                  <a:lumOff val="66000"/>
                </a:schemeClr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 w="9525" cmpd="sng">
              <a:solidFill>
                <a:schemeClr val="accent1">
                  <a:lumMod val="34000"/>
                  <a:lumOff val="66000"/>
                </a:schemeClr>
              </a:solidFill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1"/>
              </a:solidFill>
            </a:ln>
          </a:left>
          <a:right>
            <a:ln w="9525" cmpd="sng">
              <a:solidFill>
                <a:schemeClr val="accent1">
                  <a:lumMod val="34000"/>
                  <a:lumOff val="66000"/>
                </a:schemeClr>
              </a:solidFill>
            </a:ln>
          </a:right>
          <a:top>
            <a:ln w="9525" cmpd="sng">
              <a:solidFill>
                <a:schemeClr val="accent1">
                  <a:lumMod val="34000"/>
                  <a:lumOff val="66000"/>
                </a:schemeClr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 w="9525" cmpd="sng">
              <a:solidFill>
                <a:schemeClr val="accent1">
                  <a:lumMod val="34000"/>
                  <a:lumOff val="66000"/>
                </a:schemeClr>
              </a:solidFill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firstCol>
    <a:lastRow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1"/>
              </a:solidFill>
            </a:ln>
          </a:left>
          <a:right>
            <a:ln w="9525" cmpd="sng">
              <a:solidFill>
                <a:schemeClr val="accent1"/>
              </a:solidFill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1"/>
              </a:solidFill>
            </a:ln>
          </a:left>
          <a:right>
            <a:ln w="9525" cmpd="sng">
              <a:solidFill>
                <a:schemeClr val="accent1"/>
              </a:solidFill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>
                  <a:lumMod val="34000"/>
                  <a:lumOff val="66000"/>
                </a:schemeClr>
              </a:solidFill>
            </a:ln>
          </a:bottom>
          <a:insideH>
            <a:ln>
              <a:noFill/>
            </a:ln>
          </a:insideH>
          <a:insideV>
            <a:ln w="9525" cmpd="sng">
              <a:solidFill>
                <a:srgbClr val="FFFFFF"/>
              </a:solidFill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Row>
  </a:tblStyle>
  <a:tblStyle styleId="{65BF0B7E-F3A6-4DC7-836C-6C7B06E42B6A}" styleName="表样式 1 25">
    <a:wholeTbl>
      <a:tcTxStyle>
        <a:fontRef idx="none">
          <a:srgbClr val="000000"/>
        </a:fontRef>
      </a:tcTxStyle>
      <a:tcStyle>
        <a:tcBdr>
          <a:left>
            <a:ln w="9525" cmpd="sng">
              <a:solidFill>
                <a:schemeClr val="accent1"/>
              </a:solidFill>
            </a:ln>
          </a:left>
          <a:right>
            <a:ln w="9525" cmpd="sng">
              <a:solidFill>
                <a:schemeClr val="accent1"/>
              </a:solidFill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 w="9525" cmpd="sng">
              <a:solidFill>
                <a:schemeClr val="accent1">
                  <a:lumMod val="34000"/>
                  <a:lumOff val="66000"/>
                </a:schemeClr>
              </a:solidFill>
            </a:ln>
          </a:insideH>
          <a:insideV>
            <a:ln w="9525" cmpd="sng">
              <a:solidFill>
                <a:schemeClr val="accent1">
                  <a:lumMod val="34000"/>
                  <a:lumOff val="66000"/>
                </a:schemeClr>
              </a:solidFill>
            </a:ln>
          </a:insideV>
        </a:tcBdr>
        <a:fill>
          <a:solidFill>
            <a:srgbClr val="FFFFFF"/>
          </a:solidFill>
        </a:fill>
      </a:tcStyle>
    </a:wholeTbl>
    <a:band2H>
      <a:tcTxStyle>
        <a:fontRef idx="none">
          <a:srgbClr val="08090C"/>
        </a:fontRef>
      </a:tcTxStyle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>
          <a:left>
            <a:ln w="9525" cmpd="sng">
              <a:solidFill>
                <a:schemeClr val="accent1"/>
              </a:solidFill>
            </a:ln>
          </a:left>
          <a:right>
            <a:ln w="9525" cmpd="sng">
              <a:solidFill>
                <a:schemeClr val="accent1"/>
              </a:solidFill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band2V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</a:ln>
          </a:insideH>
          <a:insideV>
            <a:ln>
              <a:noFill/>
            </a:ln>
          </a:insideV>
        </a:tcBdr>
      </a:tcStyle>
    </a:band2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1">
                  <a:lumMod val="34000"/>
                  <a:lumOff val="66000"/>
                </a:schemeClr>
              </a:solidFill>
            </a:ln>
          </a:left>
          <a:right>
            <a:ln w="9525" cmpd="sng">
              <a:solidFill>
                <a:schemeClr val="accent1"/>
              </a:solidFill>
            </a:ln>
          </a:right>
          <a:top>
            <a:ln w="9525" cmpd="sng">
              <a:solidFill>
                <a:schemeClr val="accent1">
                  <a:lumMod val="34000"/>
                  <a:lumOff val="66000"/>
                </a:schemeClr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 w="9525" cmpd="sng">
              <a:solidFill>
                <a:schemeClr val="accent1">
                  <a:lumMod val="34000"/>
                  <a:lumOff val="66000"/>
                </a:schemeClr>
              </a:solidFill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1"/>
              </a:solidFill>
            </a:ln>
          </a:left>
          <a:right>
            <a:ln w="9525" cmpd="sng">
              <a:solidFill>
                <a:schemeClr val="accent1">
                  <a:lumMod val="34000"/>
                  <a:lumOff val="66000"/>
                </a:schemeClr>
              </a:solidFill>
            </a:ln>
          </a:right>
          <a:top>
            <a:ln w="9525" cmpd="sng">
              <a:solidFill>
                <a:schemeClr val="accent1">
                  <a:lumMod val="34000"/>
                  <a:lumOff val="66000"/>
                </a:schemeClr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 w="9525" cmpd="sng">
              <a:solidFill>
                <a:schemeClr val="accent1">
                  <a:lumMod val="34000"/>
                  <a:lumOff val="66000"/>
                </a:schemeClr>
              </a:solidFill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firstCol>
    <a:lastRow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1"/>
              </a:solidFill>
            </a:ln>
          </a:left>
          <a:right>
            <a:ln w="9525" cmpd="sng">
              <a:solidFill>
                <a:schemeClr val="accent1"/>
              </a:solidFill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1"/>
              </a:solidFill>
            </a:ln>
          </a:left>
          <a:right>
            <a:ln w="9525" cmpd="sng">
              <a:solidFill>
                <a:schemeClr val="accent1"/>
              </a:solidFill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>
                  <a:lumMod val="34000"/>
                  <a:lumOff val="66000"/>
                </a:schemeClr>
              </a:solidFill>
            </a:ln>
          </a:bottom>
          <a:insideH>
            <a:ln>
              <a:noFill/>
            </a:ln>
          </a:insideH>
          <a:insideV>
            <a:ln w="9525" cmpd="sng">
              <a:solidFill>
                <a:srgbClr val="FFFFFF"/>
              </a:solidFill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Row>
  </a:tblStyle>
</a:tblStyleLst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eb3ad311eb4697" /><Relationship Type="http://schemas.openxmlformats.org/officeDocument/2006/relationships/slideMaster" Target="/ppt/slideMasters/slideMaster1.xml" Id="R12634ce997f94e34" /><Relationship Type="http://schemas.openxmlformats.org/officeDocument/2006/relationships/slideMaster" Target="/ppt/slideMasters/slideMaster2.xml" Id="R664d471972e0426d" /><Relationship Type="http://schemas.openxmlformats.org/officeDocument/2006/relationships/notesMaster" Target="/ppt/notesMasters/notesMaster1.xml" Id="Rcd44c4325cc24e2e" /><Relationship Type="http://schemas.openxmlformats.org/officeDocument/2006/relationships/presProps" Target="/ppt/presProps.xml" Id="R8147e5773759497c" /><Relationship Type="http://schemas.openxmlformats.org/officeDocument/2006/relationships/viewProps" Target="/ppt/viewProps.xml" Id="Rb8796b22fe414f6c" /><Relationship Type="http://schemas.openxmlformats.org/officeDocument/2006/relationships/tableStyles" Target="/ppt/tableStyles.xml" Id="Rcf593187304844c4" /><Relationship Type="http://schemas.openxmlformats.org/officeDocument/2006/relationships/slide" Target="/ppt/slides/slide1.xml" Id="R7bb6061b525a4004" /><Relationship Type="http://schemas.openxmlformats.org/officeDocument/2006/relationships/slide" Target="/ppt/slides/slide2.xml" Id="R437688592ac84ad6" /><Relationship Type="http://schemas.openxmlformats.org/officeDocument/2006/relationships/slide" Target="/ppt/slides/slide3.xml" Id="R8bf7850dc8be460c" /><Relationship Type="http://schemas.openxmlformats.org/officeDocument/2006/relationships/slide" Target="/ppt/slides/slide4.xml" Id="R7914e46e4c82464a" /><Relationship Type="http://schemas.openxmlformats.org/officeDocument/2006/relationships/slide" Target="/ppt/slides/slide5.xml" Id="R4f1e61875a194191" /><Relationship Type="http://schemas.openxmlformats.org/officeDocument/2006/relationships/slide" Target="/ppt/slides/slide6.xml" Id="Rf3660bf2c4ba4030" /><Relationship Type="http://schemas.openxmlformats.org/officeDocument/2006/relationships/slide" Target="/ppt/slides/slide7.xml" Id="Rf73bde705afb4d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072496a5846048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ustom Theme">
  <a:themeElements>
    <a:clrScheme name="ChatGPT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D3BDA6"/>
      </a:accent1>
      <a:accent2>
        <a:srgbClr val="DBB479"/>
      </a:accent2>
      <a:accent3>
        <a:srgbClr val="AB8A7D"/>
      </a:accent3>
      <a:accent4>
        <a:srgbClr val="2C3741"/>
      </a:accent4>
      <a:accent5>
        <a:srgbClr val="2C3741"/>
      </a:accent5>
      <a:accent6>
        <a:srgbClr val="DBB479"/>
      </a:accent6>
      <a:hlink>
        <a:srgbClr val="000000"/>
      </a:hlink>
      <a:folHlink>
        <a:srgbClr val="00000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73ebc377154746" /><Relationship Type="http://schemas.openxmlformats.org/officeDocument/2006/relationships/notesMaster" Target="/ppt/notesMasters/notesMaster1.xml" Id="R366abfe5fccf4c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8a894939d74024" /><Relationship Type="http://schemas.openxmlformats.org/officeDocument/2006/relationships/notesMaster" Target="/ppt/notesMasters/notesMaster1.xml" Id="Rcbbdae7534244e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3415df7a4c4483" /><Relationship Type="http://schemas.openxmlformats.org/officeDocument/2006/relationships/notesMaster" Target="/ppt/notesMasters/notesMaster1.xml" Id="Rf60fdfbb479e4c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2c93a6083b4f05" /><Relationship Type="http://schemas.openxmlformats.org/officeDocument/2006/relationships/notesMaster" Target="/ppt/notesMasters/notesMaster1.xml" Id="R8bdc4e9f841a4d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552a488aab4915" /><Relationship Type="http://schemas.openxmlformats.org/officeDocument/2006/relationships/notesMaster" Target="/ppt/notesMasters/notesMaster1.xml" Id="R8b7571623d4e4f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c75a42848240a5" /><Relationship Type="http://schemas.openxmlformats.org/officeDocument/2006/relationships/notesMaster" Target="/ppt/notesMasters/notesMaster1.xml" Id="R6f26502ad39343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e5e27833c749cd" /><Relationship Type="http://schemas.openxmlformats.org/officeDocument/2006/relationships/notesMaster" Target="/ppt/notesMasters/notesMaster1.xml" Id="R753a5bc476e348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bb7739eb3540c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1c571f47a944f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f2f116683c426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b9f37d56d94d0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ed16424ab8441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437d8f5c394d96" /><Relationship Type="http://schemas.openxmlformats.org/officeDocument/2006/relationships/image" Target="/ppt/media/image.png" Id="Rfdf6e7c22e1d4d6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0091f5082a8427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6068545ebe84c9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60e9011e20a48f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d627270fe8b4e5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de7b5a461034ed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d9b0d6c8fe84bd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4629e000e5e42fa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51a5f6a42ef409f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f9ce3b0cdbe4244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616cb4acde74530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1eb5f549c064696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301f9648d2741a9" /></Relationships>
</file>

<file path=ppt/slideLayouts/slideLayout1.xml><?xml version="1.0" encoding="utf-8"?>
<p:sldLayout xmlns:p="http://schemas.openxmlformats.org/presentationml/2006/main" preserve="1">
  <p:cSld name="1号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BB8B5CC0-1263-4F09-9198-C2FB99ED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285" y="-6350"/>
            <a:ext cx="2075815" cy="50419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0">
            <a:srgbClr val="FFFFFF"/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 lIns="91436" tIns="45719" rIns="91436" bIns="45719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</a:pPr>
            <a:r>
              <a:rPr sz="2400" b="1"/>
              <a:t>初始分支结构</a:t>
            </a:r>
          </a:p>
        </p:txBody>
      </p:sp>
      <p:sp>
        <p:nvSpPr>
          <p:cNvPr id="46" name="文本框 45">
            <a:extLst xmlns:a="http://schemas.openxmlformats.org/drawingml/2006/main">
              <a:ext uri="{FF2B5EF4-FFF2-40B4-BE49-F238E27FC236}">
                <a16:creationId xmlns:a16="http://schemas.microsoft.com/office/drawing/2014/main" id="{F7ADECE5-962C-41F0-BA98-27C88D15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0"/>
            <a:ext cx="2285365" cy="50419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wrap="square" lIns="91436" tIns="45719" rIns="91436" bIns="45719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多分支</a:t>
            </a:r>
            <a:r>
              <a:t>结构</a:t>
            </a:r>
          </a:p>
        </p:txBody>
      </p:sp>
      <p:sp>
        <p:nvSpPr>
          <p:cNvPr id="47" name="文本框 46">
            <a:extLst xmlns:a="http://schemas.openxmlformats.org/drawingml/2006/main">
              <a:ext uri="{FF2B5EF4-FFF2-40B4-BE49-F238E27FC236}">
                <a16:creationId xmlns:a16="http://schemas.microsoft.com/office/drawing/2014/main" id="{FD361421-3221-4AC7-9CDF-CC27D9D9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290" y="635"/>
            <a:ext cx="2471420" cy="50419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wrap="square" lIns="91436" tIns="45719" rIns="91436" bIns="45719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嵌套</a:t>
            </a:r>
            <a:r>
              <a:t>结构</a:t>
            </a:r>
          </a:p>
        </p:txBody>
      </p:sp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A3D46D2C-E648-40B7-ABA9-545215C9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4445"/>
            <a:ext cx="2334260" cy="50419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wrap="square" lIns="91436" tIns="45719" rIns="91436" bIns="45719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练习思考</a:t>
            </a:r>
          </a:p>
        </p:txBody>
      </p:sp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2F8FB0DC-3080-4AB5-A00D-4E03DEE4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" y="0"/>
            <a:ext cx="3054985" cy="50419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0">
            <a:srgbClr val="FFFFFF"/>
          </a:lnRef>
          <a:fillRef xmlns:a="http://schemas.openxmlformats.org/drawingml/2006/main" idx="2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 lIns="91436" tIns="45719" rIns="91436" bIns="45719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Sans"/>
                <a:ea typeface="MiSans"/>
                <a:cs typeface="MiSans"/>
              </a:rPr>
              <a:t>分支</a:t>
            </a:r>
            <a:r>
              <a:rPr sz="2400" b="1">
                <a:solidFill>
                  <a:schemeClr val="tx1"/>
                </a:solidFill>
                <a:latin typeface="MiSans"/>
                <a:ea typeface="MiSans"/>
                <a:cs typeface="MiSans"/>
              </a:rPr>
              <a:t>判断</a:t>
            </a:r>
          </a:p>
        </p:txBody>
      </p:sp>
      <p:cxnSp>
        <p:nvCxnSpPr>
          <p:cNvPr id="50" name="直接连接符 18"/>
          <p:cNvCxnSpPr/>
          <p:nvPr/>
        </p:nvCxnSpPr>
        <p:spPr>
          <a:xfrm xmlns:a="http://schemas.openxmlformats.org/drawingml/2006/main">
            <a:off x="3042428" y="11469"/>
            <a:ext cx="15240" cy="493395"/>
          </a:xfrm>
          <a:prstGeom xmlns:a="http://schemas.openxmlformats.org/drawingml/2006/main" prst="line">
            <a:avLst/>
          </a:prstGeom>
          <a:ln xmlns:a="http://schemas.openxmlformats.org/drawingml/2006/main" w="6350" cap="flat">
            <a:solidFill>
              <a:prstClr val="black"/>
            </a:solidFill>
            <a:prstDash val="dash"/>
            <a:miter/>
          </a:ln>
        </p:spPr>
        <p:style>
          <a:lnRef xmlns:a="http://schemas.openxmlformats.org/drawingml/2006/main" idx="0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53" name="直接连接符 18">
            <a:extLst xmlns:a="http://schemas.openxmlformats.org/drawingml/2006/main">
              <a:ext uri="{FF2B5EF4-FFF2-40B4-BE49-F238E27FC236}">
                <a16:creationId xmlns:a16="http://schemas.microsoft.com/office/drawing/2014/main" id="{D984B046-BD20-4654-A152-DDA9947A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0078" y="157519"/>
            <a:ext cx="0" cy="271145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0">
            <a:srgbClr val="FFFFFF"/>
          </a:lnRef>
          <a:fillRef xmlns:a="http://schemas.openxmlformats.org/drawingml/2006/main" idx="2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dk1"/>
          </a:fontRef>
        </p:style>
      </p:sp>
      <p:cxnSp>
        <p:nvCxnSpPr>
          <p:cNvPr id="54" name="直接连接符 18"/>
          <p:cNvCxnSpPr/>
          <p:nvPr/>
        </p:nvCxnSpPr>
        <p:spPr>
          <a:xfrm xmlns:a="http://schemas.openxmlformats.org/drawingml/2006/main">
            <a:off x="5115703" y="39"/>
            <a:ext cx="0" cy="503555"/>
          </a:xfrm>
          <a:prstGeom xmlns:a="http://schemas.openxmlformats.org/drawingml/2006/main" prst="line">
            <a:avLst/>
          </a:prstGeom>
          <a:ln xmlns:a="http://schemas.openxmlformats.org/drawingml/2006/main" w="6350" cap="flat">
            <a:solidFill>
              <a:prstClr val="black"/>
            </a:solidFill>
            <a:prstDash val="dash"/>
            <a:miter/>
          </a:ln>
        </p:spPr>
        <p:style>
          <a:lnRef xmlns:a="http://schemas.openxmlformats.org/drawingml/2006/main" idx="0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55" name="直接连接符 18"/>
          <p:cNvCxnSpPr/>
          <p:nvPr/>
        </p:nvCxnSpPr>
        <p:spPr>
          <a:xfrm xmlns:a="http://schemas.openxmlformats.org/drawingml/2006/main">
            <a:off x="7401068" y="1309"/>
            <a:ext cx="0" cy="503555"/>
          </a:xfrm>
          <a:prstGeom xmlns:a="http://schemas.openxmlformats.org/drawingml/2006/main" prst="line">
            <a:avLst/>
          </a:prstGeom>
          <a:ln xmlns:a="http://schemas.openxmlformats.org/drawingml/2006/main" w="6350" cap="flat">
            <a:solidFill>
              <a:prstClr val="black"/>
            </a:solidFill>
            <a:prstDash val="dash"/>
            <a:miter/>
          </a:ln>
        </p:spPr>
        <p:style>
          <a:lnRef xmlns:a="http://schemas.openxmlformats.org/drawingml/2006/main" idx="0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56" name="直接连接符 18"/>
          <p:cNvCxnSpPr/>
          <p:nvPr/>
        </p:nvCxnSpPr>
        <p:spPr>
          <a:xfrm xmlns:a="http://schemas.openxmlformats.org/drawingml/2006/main">
            <a:off x="9858518" y="-10121"/>
            <a:ext cx="0" cy="503555"/>
          </a:xfrm>
          <a:prstGeom xmlns:a="http://schemas.openxmlformats.org/drawingml/2006/main" prst="line">
            <a:avLst/>
          </a:prstGeom>
          <a:ln xmlns:a="http://schemas.openxmlformats.org/drawingml/2006/main" w="6350" cap="flat">
            <a:solidFill>
              <a:prstClr val="black"/>
            </a:solidFill>
            <a:prstDash val="dash"/>
            <a:miter/>
          </a:ln>
        </p:spPr>
        <p:style>
          <a:lnRef xmlns:a="http://schemas.openxmlformats.org/drawingml/2006/main" idx="0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</p:cSld>
</p:sldLayout>
</file>

<file path=ppt/slideLayouts/slideLayout2.xml><?xml version="1.0" encoding="utf-8"?>
<p:sldLayout xmlns:p="http://schemas.openxmlformats.org/presentationml/2006/main" preserve="1">
  <p:cSld name="2号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C5D14737-1CBB-44FC-B42E-6684AED6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285" y="-6350"/>
            <a:ext cx="1898650" cy="50419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wrap="square" lIns="91436" tIns="45719" rIns="91436" bIns="45719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</a:pPr>
            <a:r>
              <a:t>初始分支结构</a:t>
            </a:r>
          </a:p>
        </p:txBody>
      </p:sp>
      <p:sp>
        <p:nvSpPr>
          <p:cNvPr id="46" name="文本框 45">
            <a:extLst xmlns:a="http://schemas.openxmlformats.org/drawingml/2006/main">
              <a:ext uri="{FF2B5EF4-FFF2-40B4-BE49-F238E27FC236}">
                <a16:creationId xmlns:a16="http://schemas.microsoft.com/office/drawing/2014/main" id="{C8D99FD9-02C4-4E63-8044-7256F8CB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0"/>
            <a:ext cx="2456815" cy="50419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0">
            <a:srgbClr val="FFFFFF"/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 lIns="91436" tIns="45719" rIns="91436" bIns="45719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dk1"/>
                </a:solidFill>
              </a:rPr>
              <a:t>多分支</a:t>
            </a:r>
            <a:r>
              <a:rPr sz="2400" b="1">
                <a:solidFill>
                  <a:schemeClr val="dk1"/>
                </a:solidFill>
              </a:rPr>
              <a:t>结构</a:t>
            </a:r>
          </a:p>
        </p:txBody>
      </p:sp>
      <p:sp>
        <p:nvSpPr>
          <p:cNvPr id="47" name="文本框 46">
            <a:extLst xmlns:a="http://schemas.openxmlformats.org/drawingml/2006/main">
              <a:ext uri="{FF2B5EF4-FFF2-40B4-BE49-F238E27FC236}">
                <a16:creationId xmlns:a16="http://schemas.microsoft.com/office/drawing/2014/main" id="{62048AE2-B25B-4C32-A783-355D153C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635"/>
            <a:ext cx="2454910" cy="50419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wrap="square" lIns="91436" tIns="45719" rIns="91436" bIns="45719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嵌套</a:t>
            </a:r>
            <a:r>
              <a:t>结构</a:t>
            </a:r>
          </a:p>
        </p:txBody>
      </p:sp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698BCEBA-35E8-4A91-AB21-FC30673E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915" y="-4445"/>
            <a:ext cx="2331720" cy="50419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wrap="square" lIns="91436" tIns="45719" rIns="91436" bIns="45719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练习思考</a:t>
            </a:r>
          </a:p>
        </p:txBody>
      </p:sp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B089F62C-7E4E-40F0-AEF8-465B8EB3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" y="0"/>
            <a:ext cx="3053080" cy="50419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0">
            <a:srgbClr val="FFFFFF"/>
          </a:lnRef>
          <a:fillRef xmlns:a="http://schemas.openxmlformats.org/drawingml/2006/main" idx="2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 lIns="91436" tIns="45719" rIns="91436" bIns="45719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Sans"/>
                <a:ea typeface="MiSans"/>
                <a:cs typeface="MiSans"/>
              </a:rPr>
              <a:t>分支</a:t>
            </a:r>
            <a:r>
              <a:rPr sz="2400" b="1">
                <a:solidFill>
                  <a:schemeClr val="tx1"/>
                </a:solidFill>
                <a:latin typeface="MiSans"/>
                <a:ea typeface="MiSans"/>
                <a:cs typeface="MiSans"/>
              </a:rPr>
              <a:t>判断</a:t>
            </a:r>
          </a:p>
        </p:txBody>
      </p:sp>
      <p:cxnSp>
        <p:nvCxnSpPr>
          <p:cNvPr id="50" name="直接连接符 18"/>
          <p:cNvCxnSpPr/>
          <p:nvPr/>
        </p:nvCxnSpPr>
        <p:spPr>
          <a:xfrm xmlns:a="http://schemas.openxmlformats.org/drawingml/2006/main">
            <a:off x="3042428" y="11469"/>
            <a:ext cx="15240" cy="493395"/>
          </a:xfrm>
          <a:prstGeom xmlns:a="http://schemas.openxmlformats.org/drawingml/2006/main" prst="line">
            <a:avLst/>
          </a:prstGeom>
          <a:ln xmlns:a="http://schemas.openxmlformats.org/drawingml/2006/main" w="6350" cap="flat">
            <a:solidFill>
              <a:prstClr val="black"/>
            </a:solidFill>
            <a:prstDash val="dash"/>
            <a:miter/>
          </a:ln>
        </p:spPr>
        <p:style>
          <a:lnRef xmlns:a="http://schemas.openxmlformats.org/drawingml/2006/main" idx="0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53" name="直接连接符 18">
            <a:extLst xmlns:a="http://schemas.openxmlformats.org/drawingml/2006/main">
              <a:ext uri="{FF2B5EF4-FFF2-40B4-BE49-F238E27FC236}">
                <a16:creationId xmlns:a16="http://schemas.microsoft.com/office/drawing/2014/main" id="{B8517F89-78C9-4E01-958C-85083066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0078" y="157519"/>
            <a:ext cx="0" cy="271145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0">
            <a:srgbClr val="FFFFFF"/>
          </a:lnRef>
          <a:fillRef xmlns:a="http://schemas.openxmlformats.org/drawingml/2006/main" idx="2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dk1"/>
          </a:fontRef>
        </p:style>
      </p:sp>
      <p:cxnSp>
        <p:nvCxnSpPr>
          <p:cNvPr id="54" name="直接连接符 18"/>
          <p:cNvCxnSpPr/>
          <p:nvPr/>
        </p:nvCxnSpPr>
        <p:spPr>
          <a:xfrm xmlns:a="http://schemas.openxmlformats.org/drawingml/2006/main">
            <a:off x="4943618" y="1309"/>
            <a:ext cx="0" cy="503555"/>
          </a:xfrm>
          <a:prstGeom xmlns:a="http://schemas.openxmlformats.org/drawingml/2006/main" prst="line">
            <a:avLst/>
          </a:prstGeom>
          <a:ln xmlns:a="http://schemas.openxmlformats.org/drawingml/2006/main" w="6350" cap="flat">
            <a:solidFill>
              <a:prstClr val="black"/>
            </a:solidFill>
            <a:prstDash val="dash"/>
            <a:miter/>
          </a:ln>
        </p:spPr>
        <p:style>
          <a:lnRef xmlns:a="http://schemas.openxmlformats.org/drawingml/2006/main" idx="0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55" name="直接连接符 18"/>
          <p:cNvCxnSpPr/>
          <p:nvPr/>
        </p:nvCxnSpPr>
        <p:spPr>
          <a:xfrm xmlns:a="http://schemas.openxmlformats.org/drawingml/2006/main">
            <a:off x="7402338" y="11469"/>
            <a:ext cx="0" cy="503555"/>
          </a:xfrm>
          <a:prstGeom xmlns:a="http://schemas.openxmlformats.org/drawingml/2006/main" prst="line">
            <a:avLst/>
          </a:prstGeom>
          <a:ln xmlns:a="http://schemas.openxmlformats.org/drawingml/2006/main" w="6350" cap="flat">
            <a:solidFill>
              <a:prstClr val="black"/>
            </a:solidFill>
            <a:prstDash val="dash"/>
            <a:miter/>
          </a:ln>
        </p:spPr>
        <p:style>
          <a:lnRef xmlns:a="http://schemas.openxmlformats.org/drawingml/2006/main" idx="0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56" name="直接连接符 18"/>
          <p:cNvCxnSpPr/>
          <p:nvPr/>
        </p:nvCxnSpPr>
        <p:spPr>
          <a:xfrm xmlns:a="http://schemas.openxmlformats.org/drawingml/2006/main">
            <a:off x="9858518" y="-10121"/>
            <a:ext cx="0" cy="503555"/>
          </a:xfrm>
          <a:prstGeom xmlns:a="http://schemas.openxmlformats.org/drawingml/2006/main" prst="line">
            <a:avLst/>
          </a:prstGeom>
          <a:ln xmlns:a="http://schemas.openxmlformats.org/drawingml/2006/main" w="6350" cap="flat">
            <a:solidFill>
              <a:prstClr val="black"/>
            </a:solidFill>
            <a:prstDash val="dash"/>
            <a:miter/>
          </a:ln>
        </p:spPr>
        <p:style>
          <a:lnRef xmlns:a="http://schemas.openxmlformats.org/drawingml/2006/main" idx="0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</p:cSld>
</p:sldLayout>
</file>

<file path=ppt/slideLayouts/slideLayout3.xml><?xml version="1.0" encoding="utf-8"?>
<p:sldLayout xmlns:p="http://schemas.openxmlformats.org/presentationml/2006/main" preserve="1">
  <p:cSld name="3号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3DE5CCD8-2A6D-435F-B6C7-859D0D5C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285" y="-6350"/>
            <a:ext cx="2075815" cy="50419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wrap="square" lIns="91436" tIns="45719" rIns="91436" bIns="45719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</a:pPr>
            <a:r>
              <a:t>初始分支结构</a:t>
            </a:r>
          </a:p>
        </p:txBody>
      </p:sp>
      <p:sp>
        <p:nvSpPr>
          <p:cNvPr id="46" name="文本框 45">
            <a:extLst xmlns:a="http://schemas.openxmlformats.org/drawingml/2006/main">
              <a:ext uri="{FF2B5EF4-FFF2-40B4-BE49-F238E27FC236}">
                <a16:creationId xmlns:a16="http://schemas.microsoft.com/office/drawing/2014/main" id="{7A8BC6B7-B332-4A0F-B6B3-7D82821F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0"/>
            <a:ext cx="2285365" cy="50419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wrap="square" lIns="91436" tIns="45719" rIns="91436" bIns="45719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多分支</a:t>
            </a:r>
            <a:r>
              <a:t>结构</a:t>
            </a:r>
          </a:p>
        </p:txBody>
      </p:sp>
      <p:sp>
        <p:nvSpPr>
          <p:cNvPr id="47" name="文本框 46">
            <a:extLst xmlns:a="http://schemas.openxmlformats.org/drawingml/2006/main">
              <a:ext uri="{FF2B5EF4-FFF2-40B4-BE49-F238E27FC236}">
                <a16:creationId xmlns:a16="http://schemas.microsoft.com/office/drawing/2014/main" id="{43A1B135-BF19-48EA-ABBB-BA18CCD7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290" y="635"/>
            <a:ext cx="2471420" cy="50419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0">
            <a:srgbClr val="FFFFFF"/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 lIns="91436" tIns="45719" rIns="91436" bIns="45719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dk1"/>
                </a:solidFill>
              </a:rPr>
              <a:t>嵌套</a:t>
            </a:r>
            <a:r>
              <a:rPr sz="2400" b="1">
                <a:solidFill>
                  <a:schemeClr val="dk1"/>
                </a:solidFill>
              </a:rPr>
              <a:t>结构</a:t>
            </a:r>
          </a:p>
        </p:txBody>
      </p:sp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7F2BA65C-34C8-49EA-A34B-EAAABE43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4445"/>
            <a:ext cx="2334260" cy="50419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wrap="square" lIns="91436" tIns="45719" rIns="91436" bIns="45719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练习思考</a:t>
            </a:r>
          </a:p>
        </p:txBody>
      </p:sp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DC0C8685-55E0-47F4-ABFA-580FFBE2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" y="0"/>
            <a:ext cx="3055620" cy="50419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0">
            <a:srgbClr val="FFFFFF"/>
          </a:lnRef>
          <a:fillRef xmlns:a="http://schemas.openxmlformats.org/drawingml/2006/main" idx="2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 lIns="91436" tIns="45719" rIns="91436" bIns="45719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Sans"/>
                <a:ea typeface="MiSans"/>
                <a:cs typeface="MiSans"/>
              </a:rPr>
              <a:t>分支</a:t>
            </a:r>
            <a:r>
              <a:rPr sz="2400" b="1">
                <a:solidFill>
                  <a:schemeClr val="tx1"/>
                </a:solidFill>
                <a:latin typeface="MiSans"/>
                <a:ea typeface="MiSans"/>
                <a:cs typeface="MiSans"/>
              </a:rPr>
              <a:t>判断</a:t>
            </a:r>
          </a:p>
        </p:txBody>
      </p:sp>
      <p:cxnSp>
        <p:nvCxnSpPr>
          <p:cNvPr id="50" name="直接连接符 18"/>
          <p:cNvCxnSpPr/>
          <p:nvPr/>
        </p:nvCxnSpPr>
        <p:spPr>
          <a:xfrm xmlns:a="http://schemas.openxmlformats.org/drawingml/2006/main">
            <a:off x="3043063" y="11469"/>
            <a:ext cx="15240" cy="493395"/>
          </a:xfrm>
          <a:prstGeom xmlns:a="http://schemas.openxmlformats.org/drawingml/2006/main" prst="line">
            <a:avLst/>
          </a:prstGeom>
          <a:ln xmlns:a="http://schemas.openxmlformats.org/drawingml/2006/main" w="6350" cap="flat">
            <a:solidFill>
              <a:prstClr val="black"/>
            </a:solidFill>
            <a:prstDash val="dash"/>
            <a:miter/>
          </a:ln>
        </p:spPr>
        <p:style>
          <a:lnRef xmlns:a="http://schemas.openxmlformats.org/drawingml/2006/main" idx="0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53" name="直接连接符 18">
            <a:extLst xmlns:a="http://schemas.openxmlformats.org/drawingml/2006/main">
              <a:ext uri="{FF2B5EF4-FFF2-40B4-BE49-F238E27FC236}">
                <a16:creationId xmlns:a16="http://schemas.microsoft.com/office/drawing/2014/main" id="{7F8612C4-F854-427C-B10A-FD74B5A2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0078" y="157519"/>
            <a:ext cx="0" cy="271145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0">
            <a:srgbClr val="FFFFFF"/>
          </a:lnRef>
          <a:fillRef xmlns:a="http://schemas.openxmlformats.org/drawingml/2006/main" idx="2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dk1"/>
          </a:fontRef>
        </p:style>
      </p:sp>
      <p:cxnSp>
        <p:nvCxnSpPr>
          <p:cNvPr id="54" name="直接连接符 18"/>
          <p:cNvCxnSpPr/>
          <p:nvPr/>
        </p:nvCxnSpPr>
        <p:spPr>
          <a:xfrm xmlns:a="http://schemas.openxmlformats.org/drawingml/2006/main">
            <a:off x="5115703" y="39"/>
            <a:ext cx="0" cy="503555"/>
          </a:xfrm>
          <a:prstGeom xmlns:a="http://schemas.openxmlformats.org/drawingml/2006/main" prst="line">
            <a:avLst/>
          </a:prstGeom>
          <a:ln xmlns:a="http://schemas.openxmlformats.org/drawingml/2006/main" w="6350" cap="flat">
            <a:solidFill>
              <a:prstClr val="black"/>
            </a:solidFill>
            <a:prstDash val="dash"/>
            <a:miter/>
          </a:ln>
        </p:spPr>
        <p:style>
          <a:lnRef xmlns:a="http://schemas.openxmlformats.org/drawingml/2006/main" idx="0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55" name="直接连接符 18"/>
          <p:cNvCxnSpPr/>
          <p:nvPr/>
        </p:nvCxnSpPr>
        <p:spPr>
          <a:xfrm xmlns:a="http://schemas.openxmlformats.org/drawingml/2006/main">
            <a:off x="7401068" y="1309"/>
            <a:ext cx="0" cy="503555"/>
          </a:xfrm>
          <a:prstGeom xmlns:a="http://schemas.openxmlformats.org/drawingml/2006/main" prst="line">
            <a:avLst/>
          </a:prstGeom>
          <a:ln xmlns:a="http://schemas.openxmlformats.org/drawingml/2006/main" w="6350" cap="flat">
            <a:solidFill>
              <a:prstClr val="black"/>
            </a:solidFill>
            <a:prstDash val="dash"/>
            <a:miter/>
          </a:ln>
        </p:spPr>
        <p:style>
          <a:lnRef xmlns:a="http://schemas.openxmlformats.org/drawingml/2006/main" idx="0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56" name="直接连接符 18"/>
          <p:cNvCxnSpPr/>
          <p:nvPr/>
        </p:nvCxnSpPr>
        <p:spPr>
          <a:xfrm xmlns:a="http://schemas.openxmlformats.org/drawingml/2006/main">
            <a:off x="9858518" y="-10121"/>
            <a:ext cx="0" cy="503555"/>
          </a:xfrm>
          <a:prstGeom xmlns:a="http://schemas.openxmlformats.org/drawingml/2006/main" prst="line">
            <a:avLst/>
          </a:prstGeom>
          <a:ln xmlns:a="http://schemas.openxmlformats.org/drawingml/2006/main" w="6350" cap="flat">
            <a:solidFill>
              <a:prstClr val="black"/>
            </a:solidFill>
            <a:prstDash val="dash"/>
            <a:miter/>
          </a:ln>
        </p:spPr>
        <p:style>
          <a:lnRef xmlns:a="http://schemas.openxmlformats.org/drawingml/2006/main" idx="0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</p:cSld>
</p:sldLayout>
</file>

<file path=ppt/slideLayouts/slideLayout4.xml><?xml version="1.0" encoding="utf-8"?>
<p:sldLayout xmlns:p="http://schemas.openxmlformats.org/presentationml/2006/main" preserve="1">
  <p:cSld name="4号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6D9E30B2-E124-4D47-B1E9-0F8CDC75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285" y="-6350"/>
            <a:ext cx="2075815" cy="50419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wrap="square" lIns="91436" tIns="45719" rIns="91436" bIns="45719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</a:pPr>
            <a:r>
              <a:t>初始分支结构</a:t>
            </a:r>
          </a:p>
        </p:txBody>
      </p:sp>
      <p:sp>
        <p:nvSpPr>
          <p:cNvPr id="46" name="文本框 45">
            <a:extLst xmlns:a="http://schemas.openxmlformats.org/drawingml/2006/main">
              <a:ext uri="{FF2B5EF4-FFF2-40B4-BE49-F238E27FC236}">
                <a16:creationId xmlns:a16="http://schemas.microsoft.com/office/drawing/2014/main" id="{590B4326-6DC7-4E2C-8C49-4A7BA28A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0"/>
            <a:ext cx="2285365" cy="50419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wrap="square" lIns="91436" tIns="45719" rIns="91436" bIns="45719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多分支</a:t>
            </a:r>
            <a:r>
              <a:t>结构</a:t>
            </a:r>
          </a:p>
        </p:txBody>
      </p:sp>
      <p:sp>
        <p:nvSpPr>
          <p:cNvPr id="47" name="文本框 46">
            <a:extLst xmlns:a="http://schemas.openxmlformats.org/drawingml/2006/main">
              <a:ext uri="{FF2B5EF4-FFF2-40B4-BE49-F238E27FC236}">
                <a16:creationId xmlns:a16="http://schemas.microsoft.com/office/drawing/2014/main" id="{602AA866-D94C-45AA-80D7-C536829B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290" y="635"/>
            <a:ext cx="2471420" cy="50419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wrap="square" lIns="91436" tIns="45719" rIns="91436" bIns="45719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嵌套</a:t>
            </a:r>
            <a:r>
              <a:t>结构</a:t>
            </a:r>
          </a:p>
        </p:txBody>
      </p:sp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A514E814-C875-4388-996B-EFF83681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4445"/>
            <a:ext cx="2334260" cy="50419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0">
            <a:srgbClr val="FFFFFF"/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 lIns="91436" tIns="45719" rIns="91436" bIns="45719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dk1"/>
                </a:solidFill>
              </a:rPr>
              <a:t>练习思考</a:t>
            </a:r>
          </a:p>
        </p:txBody>
      </p:sp>
      <p:sp>
        <p:nvSpPr>
          <p:cNvPr id="49" name="文本框 48">
            <a:hlinkClick xmlns:a="http://schemas.openxmlformats.org/drawingml/2006/main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306ED1B7-B4E2-4976-8365-DC67E251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" y="0"/>
            <a:ext cx="3040380" cy="5041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6C8"/>
          </a:solidFill>
        </p:spPr>
        <p:style>
          <a:lnRef xmlns:a="http://schemas.openxmlformats.org/drawingml/2006/main" idx="0">
            <a:srgbClr val="FFFFFF"/>
          </a:lnRef>
          <a:fillRef xmlns:a="http://schemas.openxmlformats.org/drawingml/2006/main" idx="2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 lIns="91436" tIns="45719" rIns="91436" bIns="45719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Sans"/>
                <a:ea typeface="MiSans"/>
                <a:cs typeface="MiSans"/>
              </a:rPr>
              <a:t>分支</a:t>
            </a:r>
            <a:r>
              <a:rPr sz="2400" b="1">
                <a:solidFill>
                  <a:schemeClr val="tx1"/>
                </a:solidFill>
                <a:latin typeface="MiSans"/>
                <a:ea typeface="MiSans"/>
                <a:cs typeface="MiSans"/>
              </a:rPr>
              <a:t>判断</a:t>
            </a:r>
          </a:p>
        </p:txBody>
      </p:sp>
      <p:cxnSp>
        <p:nvCxnSpPr>
          <p:cNvPr id="50" name="直接连接符 18"/>
          <p:cNvCxnSpPr/>
          <p:nvPr/>
        </p:nvCxnSpPr>
        <p:spPr>
          <a:xfrm xmlns:a="http://schemas.openxmlformats.org/drawingml/2006/main">
            <a:off x="3027188" y="39"/>
            <a:ext cx="15240" cy="493395"/>
          </a:xfrm>
          <a:prstGeom xmlns:a="http://schemas.openxmlformats.org/drawingml/2006/main" prst="line">
            <a:avLst/>
          </a:prstGeom>
          <a:ln xmlns:a="http://schemas.openxmlformats.org/drawingml/2006/main" w="6350" cap="flat">
            <a:solidFill>
              <a:prstClr val="black"/>
            </a:solidFill>
            <a:prstDash val="dash"/>
            <a:miter/>
          </a:ln>
        </p:spPr>
        <p:style>
          <a:lnRef xmlns:a="http://schemas.openxmlformats.org/drawingml/2006/main" idx="0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53" name="直接连接符 18">
            <a:extLst xmlns:a="http://schemas.openxmlformats.org/drawingml/2006/main">
              <a:ext uri="{FF2B5EF4-FFF2-40B4-BE49-F238E27FC236}">
                <a16:creationId xmlns:a16="http://schemas.microsoft.com/office/drawing/2014/main" id="{15A60C5E-490D-4BAC-8FB3-4D77EE3F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0078" y="157519"/>
            <a:ext cx="0" cy="271145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0">
            <a:srgbClr val="FFFFFF"/>
          </a:lnRef>
          <a:fillRef xmlns:a="http://schemas.openxmlformats.org/drawingml/2006/main" idx="2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dk1"/>
          </a:fontRef>
        </p:style>
      </p:sp>
      <p:cxnSp>
        <p:nvCxnSpPr>
          <p:cNvPr id="54" name="直接连接符 18"/>
          <p:cNvCxnSpPr/>
          <p:nvPr/>
        </p:nvCxnSpPr>
        <p:spPr>
          <a:xfrm xmlns:a="http://schemas.openxmlformats.org/drawingml/2006/main">
            <a:off x="5115703" y="39"/>
            <a:ext cx="0" cy="503555"/>
          </a:xfrm>
          <a:prstGeom xmlns:a="http://schemas.openxmlformats.org/drawingml/2006/main" prst="line">
            <a:avLst/>
          </a:prstGeom>
          <a:ln xmlns:a="http://schemas.openxmlformats.org/drawingml/2006/main" w="6350" cap="flat">
            <a:solidFill>
              <a:prstClr val="black"/>
            </a:solidFill>
            <a:prstDash val="dash"/>
            <a:miter/>
          </a:ln>
        </p:spPr>
        <p:style>
          <a:lnRef xmlns:a="http://schemas.openxmlformats.org/drawingml/2006/main" idx="0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55" name="直接连接符 18"/>
          <p:cNvCxnSpPr/>
          <p:nvPr/>
        </p:nvCxnSpPr>
        <p:spPr>
          <a:xfrm xmlns:a="http://schemas.openxmlformats.org/drawingml/2006/main">
            <a:off x="7401068" y="1309"/>
            <a:ext cx="0" cy="503555"/>
          </a:xfrm>
          <a:prstGeom xmlns:a="http://schemas.openxmlformats.org/drawingml/2006/main" prst="line">
            <a:avLst/>
          </a:prstGeom>
          <a:ln xmlns:a="http://schemas.openxmlformats.org/drawingml/2006/main" w="6350" cap="flat">
            <a:solidFill>
              <a:prstClr val="black"/>
            </a:solidFill>
            <a:prstDash val="dash"/>
            <a:miter/>
          </a:ln>
        </p:spPr>
        <p:style>
          <a:lnRef xmlns:a="http://schemas.openxmlformats.org/drawingml/2006/main" idx="0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56" name="直接连接符 18"/>
          <p:cNvCxnSpPr/>
          <p:nvPr/>
        </p:nvCxnSpPr>
        <p:spPr>
          <a:xfrm xmlns:a="http://schemas.openxmlformats.org/drawingml/2006/main">
            <a:off x="9858518" y="-10121"/>
            <a:ext cx="0" cy="503555"/>
          </a:xfrm>
          <a:prstGeom xmlns:a="http://schemas.openxmlformats.org/drawingml/2006/main" prst="line">
            <a:avLst/>
          </a:prstGeom>
          <a:ln xmlns:a="http://schemas.openxmlformats.org/drawingml/2006/main" w="6350" cap="flat">
            <a:solidFill>
              <a:prstClr val="black"/>
            </a:solidFill>
            <a:prstDash val="dash"/>
            <a:miter/>
          </a:ln>
        </p:spPr>
        <p:style>
          <a:lnRef xmlns:a="http://schemas.openxmlformats.org/drawingml/2006/main" idx="0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</p:cSld>
</p:sldLayout>
</file>

<file path=ppt/slideLayouts/slideLayout5.xml><?xml version="1.0" encoding="utf-8"?>
<p:sldLayout xmlns:p="http://schemas.openxmlformats.org/presentationml/2006/main" preserve="1" userDrawn="1">
  <p:cSld name="无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6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f6e7c22e1d4d62">
            <a:alphaModFix amt="78000"/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2438612" y="-5029200"/>
            <a:ext cx="7314776" cy="169164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preserve="1" userDrawn="1">
  <p:cSld name="说课-教学内容分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矩形: 圆角 2">
            <a:extLst xmlns:a="http://schemas.openxmlformats.org/drawingml/2006/main">
              <a:ext uri="{FF2B5EF4-FFF2-40B4-BE49-F238E27FC236}">
                <a16:creationId xmlns:a16="http://schemas.microsoft.com/office/drawing/2014/main" id="{EE2E79B9-258F-4025-97C6-D6F667F7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46340"/>
          </a:xfrm>
          <a:prstGeom xmlns:a="http://schemas.openxmlformats.org/drawingml/2006/main" prst="roundRect">
            <a:avLst>
              <a:gd name="adj" fmla="val 13802"/>
            </a:avLst>
          </a:prstGeom>
          <a:solidFill xmlns:a="http://schemas.openxmlformats.org/drawingml/2006/main">
            <a:srgbClr val="E4D6C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A4DE6217-24A0-4995-95C8-C5D7D332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8" y="33870"/>
            <a:ext cx="74892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说课</a:t>
            </a:r>
          </a:p>
        </p:txBody>
      </p:sp>
      <p:sp>
        <p:nvSpPr>
          <p:cNvPr id="8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4D1E761C-6920-4A80-B02F-2EB497C3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066" y="51758"/>
            <a:ext cx="1957343" cy="430887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教学内容分析</a:t>
            </a:r>
          </a:p>
        </p:txBody>
      </p:sp>
      <p:sp>
        <p:nvSpPr>
          <p:cNvPr id="9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0EB08875-C3B4-450E-805E-76B1F97C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8992" y="51758"/>
            <a:ext cx="1353486" cy="43088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学情分析</a:t>
            </a:r>
          </a:p>
        </p:txBody>
      </p:sp>
      <p:sp>
        <p:nvSpPr>
          <p:cNvPr id="10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C5273F08-7F82-4613-9F41-CEC2C730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7061" y="51758"/>
            <a:ext cx="1353600" cy="43088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教学目标</a:t>
            </a:r>
          </a:p>
        </p:txBody>
      </p:sp>
      <p:sp>
        <p:nvSpPr>
          <p:cNvPr id="11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A4680BB8-FC7A-4AF5-B218-02C64E16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5244" y="51758"/>
            <a:ext cx="1673525" cy="43088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教学重难点</a:t>
            </a:r>
          </a:p>
        </p:txBody>
      </p:sp>
      <p:sp>
        <p:nvSpPr>
          <p:cNvPr id="12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A3EDAA66-6092-47FC-B91E-4C07C494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3352" y="51758"/>
            <a:ext cx="1353600" cy="43088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教学策略</a:t>
            </a:r>
          </a:p>
        </p:txBody>
      </p:sp>
      <p:sp>
        <p:nvSpPr>
          <p:cNvPr id="13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C71F06FF-18D2-4713-AEA4-89C14D0C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1535" y="51758"/>
            <a:ext cx="1353600" cy="43088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教学过程</a:t>
            </a:r>
          </a:p>
        </p:txBody>
      </p:sp>
      <p:sp>
        <p:nvSpPr>
          <p:cNvPr id="14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BC5E2F1D-EEEA-49FB-BF77-761E573F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9719" y="51758"/>
            <a:ext cx="1353600" cy="43088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教学评价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说课-学情分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矩形: 圆角 2">
            <a:extLst xmlns:a="http://schemas.openxmlformats.org/drawingml/2006/main">
              <a:ext uri="{FF2B5EF4-FFF2-40B4-BE49-F238E27FC236}">
                <a16:creationId xmlns:a16="http://schemas.microsoft.com/office/drawing/2014/main" id="{E98CC9D3-DA8A-4E12-9B38-B4B2283E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46340"/>
          </a:xfrm>
          <a:prstGeom xmlns:a="http://schemas.openxmlformats.org/drawingml/2006/main" prst="roundRect">
            <a:avLst>
              <a:gd name="adj" fmla="val 13802"/>
            </a:avLst>
          </a:prstGeom>
          <a:solidFill xmlns:a="http://schemas.openxmlformats.org/drawingml/2006/main">
            <a:srgbClr val="E4D6C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85D9B63D-6369-4E2D-89BF-807454A9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8" y="33870"/>
            <a:ext cx="74892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说课</a:t>
            </a:r>
          </a:p>
        </p:txBody>
      </p:sp>
      <p:sp>
        <p:nvSpPr>
          <p:cNvPr id="8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1E884D1C-489F-4AC1-B300-A87A2E1D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066" y="51758"/>
            <a:ext cx="1957343" cy="43088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教学内容分析</a:t>
            </a:r>
          </a:p>
        </p:txBody>
      </p:sp>
      <p:sp>
        <p:nvSpPr>
          <p:cNvPr id="9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E6803E1D-4308-4706-9420-04D774DA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8992" y="51758"/>
            <a:ext cx="1353486" cy="430887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学情分析</a:t>
            </a:r>
          </a:p>
        </p:txBody>
      </p:sp>
      <p:sp>
        <p:nvSpPr>
          <p:cNvPr id="10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C2BDC4E9-A406-4C35-9981-E7067C2A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7061" y="51758"/>
            <a:ext cx="1353600" cy="43088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教学目标</a:t>
            </a:r>
          </a:p>
        </p:txBody>
      </p:sp>
      <p:sp>
        <p:nvSpPr>
          <p:cNvPr id="11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86E669A5-5871-4D0D-A43D-F54C09A2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5244" y="51758"/>
            <a:ext cx="1673525" cy="43088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教学重难点</a:t>
            </a:r>
          </a:p>
        </p:txBody>
      </p:sp>
      <p:sp>
        <p:nvSpPr>
          <p:cNvPr id="12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921ABF7D-BCBC-4186-A282-58FB9734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3352" y="51758"/>
            <a:ext cx="1353600" cy="43088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教学策略</a:t>
            </a:r>
          </a:p>
        </p:txBody>
      </p:sp>
      <p:sp>
        <p:nvSpPr>
          <p:cNvPr id="13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79AF98F5-5F8F-4379-AC9F-A65938B1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1535" y="51758"/>
            <a:ext cx="1353600" cy="43088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教学过程</a:t>
            </a:r>
          </a:p>
        </p:txBody>
      </p:sp>
      <p:sp>
        <p:nvSpPr>
          <p:cNvPr id="14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2FD1E4F8-AC31-4956-9B11-7AB56D6C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9719" y="51758"/>
            <a:ext cx="1353600" cy="43088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教学评价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说课-教学目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矩形: 圆角 2">
            <a:extLst xmlns:a="http://schemas.openxmlformats.org/drawingml/2006/main">
              <a:ext uri="{FF2B5EF4-FFF2-40B4-BE49-F238E27FC236}">
                <a16:creationId xmlns:a16="http://schemas.microsoft.com/office/drawing/2014/main" id="{3B5006D6-B1C8-415B-9BFC-2B27B686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46340"/>
          </a:xfrm>
          <a:prstGeom xmlns:a="http://schemas.openxmlformats.org/drawingml/2006/main" prst="roundRect">
            <a:avLst>
              <a:gd name="adj" fmla="val 13802"/>
            </a:avLst>
          </a:prstGeom>
          <a:solidFill xmlns:a="http://schemas.openxmlformats.org/drawingml/2006/main">
            <a:srgbClr val="E4D6C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CA688D5F-3F66-433C-B998-B49FA11D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8" y="33870"/>
            <a:ext cx="74892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说课</a:t>
            </a:r>
          </a:p>
        </p:txBody>
      </p:sp>
      <p:sp>
        <p:nvSpPr>
          <p:cNvPr id="8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E04BE78E-9DAF-4DB9-BB4A-80299856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066" y="51758"/>
            <a:ext cx="1957343" cy="43088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教学内容分析</a:t>
            </a:r>
          </a:p>
        </p:txBody>
      </p:sp>
      <p:sp>
        <p:nvSpPr>
          <p:cNvPr id="9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8DD98FB1-6F77-4CDB-8C10-24978559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8992" y="51758"/>
            <a:ext cx="1353486" cy="43088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学情分析</a:t>
            </a:r>
          </a:p>
        </p:txBody>
      </p:sp>
      <p:sp>
        <p:nvSpPr>
          <p:cNvPr id="10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F77E5CA5-4985-4FE5-8801-2A8F04C4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7061" y="51758"/>
            <a:ext cx="1353600" cy="430887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教学目标</a:t>
            </a:r>
          </a:p>
        </p:txBody>
      </p:sp>
      <p:sp>
        <p:nvSpPr>
          <p:cNvPr id="11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7F6B53EC-7529-49EC-9A93-E9DF240F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5244" y="51758"/>
            <a:ext cx="1673525" cy="43088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教学重难点</a:t>
            </a:r>
          </a:p>
        </p:txBody>
      </p:sp>
      <p:sp>
        <p:nvSpPr>
          <p:cNvPr id="12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76D3B12F-34C6-4344-8D45-27A7B383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3352" y="51758"/>
            <a:ext cx="1353600" cy="43088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教学策略</a:t>
            </a:r>
          </a:p>
        </p:txBody>
      </p:sp>
      <p:sp>
        <p:nvSpPr>
          <p:cNvPr id="13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36A14450-C0FC-4330-9DBE-2983DB0A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1535" y="51758"/>
            <a:ext cx="1353600" cy="43088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教学过程</a:t>
            </a:r>
          </a:p>
        </p:txBody>
      </p:sp>
      <p:sp>
        <p:nvSpPr>
          <p:cNvPr id="14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8976535B-2F00-417F-93BC-81D635F3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9719" y="51758"/>
            <a:ext cx="1353600" cy="43088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教学评价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说课-教学重难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矩形: 圆角 2">
            <a:extLst xmlns:a="http://schemas.openxmlformats.org/drawingml/2006/main">
              <a:ext uri="{FF2B5EF4-FFF2-40B4-BE49-F238E27FC236}">
                <a16:creationId xmlns:a16="http://schemas.microsoft.com/office/drawing/2014/main" id="{63D156DF-DC5F-44E3-8979-34CB250C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46340"/>
          </a:xfrm>
          <a:prstGeom xmlns:a="http://schemas.openxmlformats.org/drawingml/2006/main" prst="roundRect">
            <a:avLst>
              <a:gd name="adj" fmla="val 13802"/>
            </a:avLst>
          </a:prstGeom>
          <a:solidFill xmlns:a="http://schemas.openxmlformats.org/drawingml/2006/main">
            <a:srgbClr val="E4D6C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C4FC6947-CC24-46AF-BDE5-0244830B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8" y="33870"/>
            <a:ext cx="74892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说课</a:t>
            </a:r>
          </a:p>
        </p:txBody>
      </p:sp>
      <p:sp>
        <p:nvSpPr>
          <p:cNvPr id="8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6A149B37-D239-4146-AA5C-267FE1C5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066" y="51758"/>
            <a:ext cx="1957343" cy="43088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教学内容分析</a:t>
            </a:r>
          </a:p>
        </p:txBody>
      </p:sp>
      <p:sp>
        <p:nvSpPr>
          <p:cNvPr id="9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EAB27BC6-2E80-4706-9A74-BA629FCE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8992" y="51758"/>
            <a:ext cx="1353486" cy="43088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学情分析</a:t>
            </a:r>
          </a:p>
        </p:txBody>
      </p:sp>
      <p:sp>
        <p:nvSpPr>
          <p:cNvPr id="10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4F05E769-5A29-4FC4-9AB5-5076DBFC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7061" y="51758"/>
            <a:ext cx="1353600" cy="43088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教学目标</a:t>
            </a:r>
          </a:p>
        </p:txBody>
      </p:sp>
      <p:sp>
        <p:nvSpPr>
          <p:cNvPr id="11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20FFF031-9D9D-42EC-A832-33D6B425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5244" y="51758"/>
            <a:ext cx="1673525" cy="430887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教学重难点</a:t>
            </a:r>
          </a:p>
        </p:txBody>
      </p:sp>
      <p:sp>
        <p:nvSpPr>
          <p:cNvPr id="12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A66F3692-39F1-427D-ADA2-27B8D3CE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3352" y="51758"/>
            <a:ext cx="1353600" cy="43088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教学策略</a:t>
            </a:r>
          </a:p>
        </p:txBody>
      </p:sp>
      <p:sp>
        <p:nvSpPr>
          <p:cNvPr id="13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BBCD73BF-0C6C-4639-BCD8-5A18B873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1535" y="51758"/>
            <a:ext cx="1353600" cy="43088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教学过程</a:t>
            </a:r>
          </a:p>
        </p:txBody>
      </p:sp>
      <p:sp>
        <p:nvSpPr>
          <p:cNvPr id="14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3D07A9F6-A379-44DE-9D9C-B4A6C1DD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9719" y="51758"/>
            <a:ext cx="1353600" cy="43088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教学评价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说课-教学策略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矩形: 圆角 2">
            <a:extLst xmlns:a="http://schemas.openxmlformats.org/drawingml/2006/main">
              <a:ext uri="{FF2B5EF4-FFF2-40B4-BE49-F238E27FC236}">
                <a16:creationId xmlns:a16="http://schemas.microsoft.com/office/drawing/2014/main" id="{6B8E5EC4-EB5D-4A25-A678-749D6B05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46340"/>
          </a:xfrm>
          <a:prstGeom xmlns:a="http://schemas.openxmlformats.org/drawingml/2006/main" prst="roundRect">
            <a:avLst>
              <a:gd name="adj" fmla="val 13802"/>
            </a:avLst>
          </a:prstGeom>
          <a:solidFill xmlns:a="http://schemas.openxmlformats.org/drawingml/2006/main">
            <a:srgbClr val="E4D6C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1D24A162-5D2A-4265-B743-1878C7FA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8" y="33870"/>
            <a:ext cx="74892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说课</a:t>
            </a:r>
          </a:p>
        </p:txBody>
      </p:sp>
      <p:sp>
        <p:nvSpPr>
          <p:cNvPr id="8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255028E5-F92D-490C-88E6-F25CD23B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066" y="51758"/>
            <a:ext cx="1957343" cy="43088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教学内容分析</a:t>
            </a:r>
          </a:p>
        </p:txBody>
      </p:sp>
      <p:sp>
        <p:nvSpPr>
          <p:cNvPr id="9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BAF0190D-5AE8-4AB6-AD55-DD543DAD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8992" y="51758"/>
            <a:ext cx="1353486" cy="43088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学情分析</a:t>
            </a:r>
          </a:p>
        </p:txBody>
      </p:sp>
      <p:sp>
        <p:nvSpPr>
          <p:cNvPr id="10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9AEDD9A5-6785-4FC4-A9CE-54EFC46D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7061" y="51758"/>
            <a:ext cx="1353600" cy="43088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教学目标</a:t>
            </a:r>
          </a:p>
        </p:txBody>
      </p:sp>
      <p:sp>
        <p:nvSpPr>
          <p:cNvPr id="11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01133329-35C2-4233-BAC7-9C34010C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5244" y="51758"/>
            <a:ext cx="1673525" cy="43088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教学重难点</a:t>
            </a:r>
          </a:p>
        </p:txBody>
      </p:sp>
      <p:sp>
        <p:nvSpPr>
          <p:cNvPr id="12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E7ECAB67-DFC9-440F-B629-83167459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3352" y="51758"/>
            <a:ext cx="1353600" cy="430887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教学策略</a:t>
            </a:r>
          </a:p>
        </p:txBody>
      </p:sp>
      <p:sp>
        <p:nvSpPr>
          <p:cNvPr id="13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B2C683D3-4868-4DEB-8671-0191A57C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1535" y="51758"/>
            <a:ext cx="1353600" cy="43088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教学过程</a:t>
            </a:r>
          </a:p>
        </p:txBody>
      </p:sp>
      <p:sp>
        <p:nvSpPr>
          <p:cNvPr id="14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27569B8B-BBE0-46F5-AEB8-D124D4CC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9719" y="51758"/>
            <a:ext cx="1353600" cy="43088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教学评价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说课-教学过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矩形: 圆角 2">
            <a:extLst xmlns:a="http://schemas.openxmlformats.org/drawingml/2006/main">
              <a:ext uri="{FF2B5EF4-FFF2-40B4-BE49-F238E27FC236}">
                <a16:creationId xmlns:a16="http://schemas.microsoft.com/office/drawing/2014/main" id="{45DD116C-8670-4785-89A6-C43A0F0D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46340"/>
          </a:xfrm>
          <a:prstGeom xmlns:a="http://schemas.openxmlformats.org/drawingml/2006/main" prst="roundRect">
            <a:avLst>
              <a:gd name="adj" fmla="val 13802"/>
            </a:avLst>
          </a:prstGeom>
          <a:solidFill xmlns:a="http://schemas.openxmlformats.org/drawingml/2006/main">
            <a:srgbClr val="E4D6C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DF6E897-6874-4BD7-B899-E6ED3407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8" y="33870"/>
            <a:ext cx="74892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说课</a:t>
            </a:r>
          </a:p>
        </p:txBody>
      </p:sp>
      <p:sp>
        <p:nvSpPr>
          <p:cNvPr id="8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3006219E-BE15-4737-990C-ACFBA26A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066" y="51758"/>
            <a:ext cx="1957343" cy="43088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教学内容分析</a:t>
            </a:r>
          </a:p>
        </p:txBody>
      </p:sp>
      <p:sp>
        <p:nvSpPr>
          <p:cNvPr id="9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B1EF98D3-1EE9-4702-A070-7F515F40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8992" y="51758"/>
            <a:ext cx="1353486" cy="43088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学情分析</a:t>
            </a:r>
          </a:p>
        </p:txBody>
      </p:sp>
      <p:sp>
        <p:nvSpPr>
          <p:cNvPr id="10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39E7C3C7-375C-47F3-A562-0D74B464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7061" y="51758"/>
            <a:ext cx="1353600" cy="43088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教学目标</a:t>
            </a:r>
          </a:p>
        </p:txBody>
      </p:sp>
      <p:sp>
        <p:nvSpPr>
          <p:cNvPr id="11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0BDB4991-82C0-4B95-9498-C161519E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5244" y="51758"/>
            <a:ext cx="1673525" cy="43088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教学重难点</a:t>
            </a:r>
          </a:p>
        </p:txBody>
      </p:sp>
      <p:sp>
        <p:nvSpPr>
          <p:cNvPr id="12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EE7E63B5-2DCD-4E79-BDBB-498EE7A0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3352" y="51758"/>
            <a:ext cx="1353600" cy="43088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教学策略</a:t>
            </a:r>
          </a:p>
        </p:txBody>
      </p:sp>
      <p:sp>
        <p:nvSpPr>
          <p:cNvPr id="13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77952701-F1BD-4253-983D-0708C36F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1535" y="51758"/>
            <a:ext cx="1353600" cy="430887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教学过程</a:t>
            </a:r>
          </a:p>
        </p:txBody>
      </p:sp>
      <p:sp>
        <p:nvSpPr>
          <p:cNvPr id="14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186D712A-AF5A-4A40-9758-487B12AB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9719" y="51758"/>
            <a:ext cx="1353600" cy="43088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教学评价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说课-教学评价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矩形: 圆角 2">
            <a:extLst xmlns:a="http://schemas.openxmlformats.org/drawingml/2006/main">
              <a:ext uri="{FF2B5EF4-FFF2-40B4-BE49-F238E27FC236}">
                <a16:creationId xmlns:a16="http://schemas.microsoft.com/office/drawing/2014/main" id="{C2B8E9B3-9E48-4E4C-BBD7-D2AFA32A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46340"/>
          </a:xfrm>
          <a:prstGeom xmlns:a="http://schemas.openxmlformats.org/drawingml/2006/main" prst="roundRect">
            <a:avLst>
              <a:gd name="adj" fmla="val 13802"/>
            </a:avLst>
          </a:prstGeom>
          <a:solidFill xmlns:a="http://schemas.openxmlformats.org/drawingml/2006/main">
            <a:srgbClr val="E4D6C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13B55E28-F358-47A6-AF68-1DDBF55A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8" y="33870"/>
            <a:ext cx="74892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说课</a:t>
            </a:r>
          </a:p>
        </p:txBody>
      </p:sp>
      <p:sp>
        <p:nvSpPr>
          <p:cNvPr id="8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05AD75E8-24B4-4D2F-9051-126D010B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066" y="51758"/>
            <a:ext cx="1957343" cy="43088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教学内容分析</a:t>
            </a:r>
          </a:p>
        </p:txBody>
      </p:sp>
      <p:sp>
        <p:nvSpPr>
          <p:cNvPr id="9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F503ACD9-5B79-4EEE-A8B6-4D54F185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8992" y="51758"/>
            <a:ext cx="1353486" cy="43088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学情分析</a:t>
            </a:r>
          </a:p>
        </p:txBody>
      </p:sp>
      <p:sp>
        <p:nvSpPr>
          <p:cNvPr id="10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97954F34-8F0D-47AF-8877-1D55F4CE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7061" y="51758"/>
            <a:ext cx="1353600" cy="43088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教学目标</a:t>
            </a:r>
          </a:p>
        </p:txBody>
      </p:sp>
      <p:sp>
        <p:nvSpPr>
          <p:cNvPr id="11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FA40B35E-2FE0-4359-97DB-2E4D0E7D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5244" y="51758"/>
            <a:ext cx="1673525" cy="43088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教学重难点</a:t>
            </a:r>
          </a:p>
        </p:txBody>
      </p:sp>
      <p:sp>
        <p:nvSpPr>
          <p:cNvPr id="12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2DDC805B-0BED-40E1-B408-A60F1A8E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3352" y="51758"/>
            <a:ext cx="1353600" cy="43088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教学策略</a:t>
            </a:r>
          </a:p>
        </p:txBody>
      </p:sp>
      <p:sp>
        <p:nvSpPr>
          <p:cNvPr id="13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490D5ECE-4233-4504-B00A-0BB2CA3D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1535" y="51758"/>
            <a:ext cx="1353600" cy="43088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教学过程</a:t>
            </a:r>
          </a:p>
        </p:txBody>
      </p:sp>
      <p:sp>
        <p:nvSpPr>
          <p:cNvPr id="14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18867B8-01C8-438B-A4B4-E2F92B74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9719" y="51758"/>
            <a:ext cx="1353600" cy="430887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教学评价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正文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矩形: 圆角 2">
            <a:extLst xmlns:a="http://schemas.openxmlformats.org/drawingml/2006/main">
              <a:ext uri="{FF2B5EF4-FFF2-40B4-BE49-F238E27FC236}">
                <a16:creationId xmlns:a16="http://schemas.microsoft.com/office/drawing/2014/main" id="{33C1202D-1057-46AB-B9F9-118DF15B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46340"/>
          </a:xfrm>
          <a:prstGeom xmlns:a="http://schemas.openxmlformats.org/drawingml/2006/main" prst="roundRect">
            <a:avLst>
              <a:gd name="adj" fmla="val 13802"/>
            </a:avLst>
          </a:prstGeom>
          <a:solidFill xmlns:a="http://schemas.openxmlformats.org/drawingml/2006/main">
            <a:srgbClr val="E4D6C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9472324E-A92F-450C-9A07-ABAD0989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" y="52070"/>
            <a:ext cx="2880000" cy="431165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分支判断</a:t>
            </a:r>
          </a:p>
        </p:txBody>
      </p:sp>
      <p:sp>
        <p:nvSpPr>
          <p:cNvPr id="9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792FCD31-92FF-4CAC-997B-F06B17FE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7830" y="52070"/>
            <a:ext cx="2325600" cy="43116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课</a:t>
            </a:r>
            <a:r>
              <a:rPr sz="2200" b="1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前导入</a:t>
            </a:r>
          </a:p>
        </p:txBody>
      </p:sp>
      <p:sp>
        <p:nvSpPr>
          <p:cNvPr id="10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4A8DDDC3-3449-42C6-BE9E-55DD5152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3200" y="52070"/>
            <a:ext cx="2325600" cy="431165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新知学习</a:t>
            </a:r>
          </a:p>
        </p:txBody>
      </p:sp>
      <p:sp>
        <p:nvSpPr>
          <p:cNvPr id="11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DBE9DA2E-6D48-4938-A268-99B09B64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329" y="51758"/>
            <a:ext cx="2325600" cy="43088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课堂</a:t>
            </a:r>
            <a:r>
              <a:rPr sz="2200" b="1">
                <a:latin typeface="微软雅黑"/>
                <a:ea typeface="微软雅黑"/>
                <a:cs typeface="微软雅黑"/>
              </a:rPr>
              <a:t>实践</a:t>
            </a:r>
          </a:p>
        </p:txBody>
      </p:sp>
      <p:sp>
        <p:nvSpPr>
          <p:cNvPr id="12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BA131848-0E21-432F-BD8C-677AD387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3940" y="51435"/>
            <a:ext cx="2255520" cy="431165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课</a:t>
            </a:r>
            <a:r>
              <a:rPr sz="2200" b="1">
                <a:latin typeface="微软雅黑"/>
                <a:ea typeface="微软雅黑"/>
                <a:cs typeface="微软雅黑"/>
              </a:rPr>
              <a:t>后总结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正文-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: 圆角 2">
            <a:extLst xmlns:a="http://schemas.openxmlformats.org/drawingml/2006/main">
              <a:ext uri="{FF2B5EF4-FFF2-40B4-BE49-F238E27FC236}">
                <a16:creationId xmlns:a16="http://schemas.microsoft.com/office/drawing/2014/main" id="{45079FCC-69FA-43D5-90C9-9C4CECD8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46340"/>
          </a:xfrm>
          <a:prstGeom xmlns:a="http://schemas.openxmlformats.org/drawingml/2006/main" prst="roundRect">
            <a:avLst>
              <a:gd name="adj" fmla="val 13802"/>
            </a:avLst>
          </a:prstGeom>
          <a:solidFill xmlns:a="http://schemas.openxmlformats.org/drawingml/2006/main">
            <a:srgbClr val="E4D6C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DA785900-63AE-47EA-BAFE-D9FCA689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" y="52070"/>
            <a:ext cx="2880000" cy="431165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分支判断</a:t>
            </a:r>
          </a:p>
        </p:txBody>
      </p:sp>
      <p:sp>
        <p:nvSpPr>
          <p:cNvPr id="4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C3252CB5-3D01-4817-8080-7CC1A767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7830" y="52070"/>
            <a:ext cx="2325600" cy="43116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4D6C8"/>
          </a:solidFill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课</a:t>
            </a:r>
            <a:r>
              <a:rPr sz="2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前导入</a:t>
            </a:r>
          </a:p>
        </p:txBody>
      </p:sp>
      <p:sp>
        <p:nvSpPr>
          <p:cNvPr id="5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606A6313-34B6-45C3-B31B-0BBAC727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3200" y="52070"/>
            <a:ext cx="2325600" cy="43116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新知学习</a:t>
            </a:r>
          </a:p>
        </p:txBody>
      </p:sp>
      <p:sp>
        <p:nvSpPr>
          <p:cNvPr id="7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4CBFEDC2-83E5-4C0D-83D8-0010874A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329" y="51758"/>
            <a:ext cx="2325600" cy="43088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课堂</a:t>
            </a:r>
            <a:r>
              <a:rPr sz="2200" b="1">
                <a:latin typeface="微软雅黑"/>
                <a:ea typeface="微软雅黑"/>
                <a:cs typeface="微软雅黑"/>
              </a:rPr>
              <a:t>实践</a:t>
            </a:r>
          </a:p>
        </p:txBody>
      </p:sp>
      <p:sp>
        <p:nvSpPr>
          <p:cNvPr id="14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D42A636A-2D90-469C-A7FF-9C2F4B7A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3940" y="51435"/>
            <a:ext cx="2255520" cy="431165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课</a:t>
            </a:r>
            <a:r>
              <a:rPr sz="2200" b="1">
                <a:latin typeface="微软雅黑"/>
                <a:ea typeface="微软雅黑"/>
                <a:cs typeface="微软雅黑"/>
              </a:rPr>
              <a:t>后总结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正文-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: 圆角 2">
            <a:extLst xmlns:a="http://schemas.openxmlformats.org/drawingml/2006/main">
              <a:ext uri="{FF2B5EF4-FFF2-40B4-BE49-F238E27FC236}">
                <a16:creationId xmlns:a16="http://schemas.microsoft.com/office/drawing/2014/main" id="{0E18906E-F66C-4721-A068-B9A0A5B2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46340"/>
          </a:xfrm>
          <a:prstGeom xmlns:a="http://schemas.openxmlformats.org/drawingml/2006/main" prst="roundRect">
            <a:avLst>
              <a:gd name="adj" fmla="val 13802"/>
            </a:avLst>
          </a:prstGeom>
          <a:solidFill xmlns:a="http://schemas.openxmlformats.org/drawingml/2006/main">
            <a:srgbClr val="E4D6C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DF4041E2-B548-48F2-BFD0-BB0447E5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" y="52070"/>
            <a:ext cx="2880000" cy="431165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分支判断</a:t>
            </a:r>
          </a:p>
        </p:txBody>
      </p:sp>
      <p:sp>
        <p:nvSpPr>
          <p:cNvPr id="4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1BAAB55E-BC65-4109-B9B3-19A57C76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7830" y="52070"/>
            <a:ext cx="2325600" cy="43116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4D6C8"/>
          </a:solidFill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课</a:t>
            </a:r>
            <a:r>
              <a:rPr sz="2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前导入</a:t>
            </a:r>
          </a:p>
        </p:txBody>
      </p:sp>
      <p:sp>
        <p:nvSpPr>
          <p:cNvPr id="5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475D4670-2F44-4D32-9184-E3734E06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3200" y="52070"/>
            <a:ext cx="2325600" cy="43116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4D6C8"/>
          </a:solidFill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新知学习</a:t>
            </a:r>
          </a:p>
        </p:txBody>
      </p:sp>
      <p:sp>
        <p:nvSpPr>
          <p:cNvPr id="7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4C71D53E-66EC-425B-9ABD-88F56FC2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329" y="51758"/>
            <a:ext cx="2325600" cy="430887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课堂</a:t>
            </a:r>
            <a:r>
              <a:rPr sz="2200" b="1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实践</a:t>
            </a:r>
          </a:p>
        </p:txBody>
      </p:sp>
      <p:sp>
        <p:nvSpPr>
          <p:cNvPr id="14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46A51BA0-503C-4646-ADC3-53BE5625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3940" y="51435"/>
            <a:ext cx="2255520" cy="431165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课后</a:t>
            </a:r>
            <a:r>
              <a:rPr sz="2200" b="1">
                <a:latin typeface="微软雅黑"/>
                <a:ea typeface="微软雅黑"/>
                <a:cs typeface="微软雅黑"/>
              </a:rPr>
              <a:t>总结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正文-思考练习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: 圆角 2">
            <a:extLst xmlns:a="http://schemas.openxmlformats.org/drawingml/2006/main">
              <a:ext uri="{FF2B5EF4-FFF2-40B4-BE49-F238E27FC236}">
                <a16:creationId xmlns:a16="http://schemas.microsoft.com/office/drawing/2014/main" id="{7044F46C-298F-4AAC-BD17-06BCC8AC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46340"/>
          </a:xfrm>
          <a:prstGeom xmlns:a="http://schemas.openxmlformats.org/drawingml/2006/main" prst="roundRect">
            <a:avLst>
              <a:gd name="adj" fmla="val 13802"/>
            </a:avLst>
          </a:prstGeom>
          <a:solidFill xmlns:a="http://schemas.openxmlformats.org/drawingml/2006/main">
            <a:srgbClr val="E4D6C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7B3454FA-1B07-41B5-BF1D-B6C0C76D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" y="52070"/>
            <a:ext cx="2880000" cy="431165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分支判断</a:t>
            </a:r>
          </a:p>
        </p:txBody>
      </p:sp>
      <p:sp>
        <p:nvSpPr>
          <p:cNvPr id="4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09A28000-765D-4ECF-B6C1-47D372BC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7830" y="52070"/>
            <a:ext cx="2325600" cy="43116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4D6C8"/>
          </a:solidFill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课</a:t>
            </a:r>
            <a:r>
              <a:rPr sz="2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前导入</a:t>
            </a:r>
          </a:p>
        </p:txBody>
      </p:sp>
      <p:sp>
        <p:nvSpPr>
          <p:cNvPr id="5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985951A2-4240-435C-99E0-86800B98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3200" y="52070"/>
            <a:ext cx="2325600" cy="43116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4D6C8"/>
          </a:solidFill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新知学习</a:t>
            </a:r>
          </a:p>
        </p:txBody>
      </p:sp>
      <p:sp>
        <p:nvSpPr>
          <p:cNvPr id="7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ABAB9A83-FD55-408A-B34F-7385299E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329" y="51758"/>
            <a:ext cx="2325600" cy="43088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课堂</a:t>
            </a:r>
            <a:r>
              <a:rPr sz="2200" b="1">
                <a:latin typeface="微软雅黑"/>
                <a:ea typeface="微软雅黑"/>
                <a:cs typeface="微软雅黑"/>
              </a:rPr>
              <a:t>实践</a:t>
            </a:r>
          </a:p>
        </p:txBody>
      </p:sp>
      <p:sp>
        <p:nvSpPr>
          <p:cNvPr id="14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B78F15B0-77C3-415D-952E-294B65C5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3940" y="51435"/>
            <a:ext cx="2255520" cy="43116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课</a:t>
            </a:r>
            <a:r>
              <a:rPr sz="2200" b="1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后总结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矩形: 圆角 2">
            <a:extLst xmlns:a="http://schemas.openxmlformats.org/drawingml/2006/main">
              <a:ext uri="{FF2B5EF4-FFF2-40B4-BE49-F238E27FC236}">
                <a16:creationId xmlns:a16="http://schemas.microsoft.com/office/drawing/2014/main" id="{88E308DB-9E52-489D-AE03-2BA23D21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46340"/>
          </a:xfrm>
          <a:prstGeom xmlns:a="http://schemas.openxmlformats.org/drawingml/2006/main" prst="roundRect">
            <a:avLst>
              <a:gd name="adj" fmla="val 13802"/>
            </a:avLst>
          </a:prstGeom>
          <a:solidFill xmlns:a="http://schemas.openxmlformats.org/drawingml/2006/main">
            <a:srgbClr val="E4D6C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DECFAA79-0533-4F93-81ED-E3FFE674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" y="52070"/>
            <a:ext cx="2196000" cy="431165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分支判断</a:t>
            </a:r>
          </a:p>
        </p:txBody>
      </p:sp>
      <p:sp>
        <p:nvSpPr>
          <p:cNvPr id="9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62485FA8-0351-4AD4-A845-35920175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3935" y="50165"/>
            <a:ext cx="2010410" cy="431165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初始分支结构</a:t>
            </a:r>
          </a:p>
        </p:txBody>
      </p:sp>
      <p:sp>
        <p:nvSpPr>
          <p:cNvPr id="10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A00955D6-5334-4FC5-8E6D-F7FC1D8A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4345" y="52070"/>
            <a:ext cx="1980000" cy="431165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多分支结构</a:t>
            </a:r>
          </a:p>
        </p:txBody>
      </p:sp>
      <p:sp>
        <p:nvSpPr>
          <p:cNvPr id="11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B1DB18A-7EE2-4662-AA8B-2868B82B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304" y="51758"/>
            <a:ext cx="1980000" cy="43088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嵌套结构</a:t>
            </a:r>
          </a:p>
        </p:txBody>
      </p:sp>
      <p:sp>
        <p:nvSpPr>
          <p:cNvPr id="12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45222E68-6290-4E1C-8D27-FE5B4967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52070"/>
            <a:ext cx="1901190" cy="431165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latin typeface="微软雅黑"/>
                <a:ea typeface="微软雅黑"/>
                <a:cs typeface="微软雅黑"/>
              </a:rPr>
              <a:t>思考</a:t>
            </a:r>
            <a:r>
              <a:rPr sz="2200" b="1">
                <a:latin typeface="微软雅黑"/>
                <a:ea typeface="微软雅黑"/>
                <a:cs typeface="微软雅黑"/>
              </a:rPr>
              <a:t>练习</a:t>
            </a:r>
          </a:p>
        </p:txBody>
      </p:sp>
      <p:sp>
        <p:nvSpPr>
          <p:cNvPr id="13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5549853E-B1B6-4D74-9EF9-E4DCC591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950" y="52070"/>
            <a:ext cx="1980000" cy="43116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课堂总结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344073eb58459e" /><Relationship Type="http://schemas.openxmlformats.org/officeDocument/2006/relationships/slideLayout" Target="/ppt/slideLayouts/slideLayout1.xml" Id="Ra4b6bc50865a44e0" /><Relationship Type="http://schemas.openxmlformats.org/officeDocument/2006/relationships/slideLayout" Target="/ppt/slideLayouts/slideLayout2.xml" Id="R7f25ac6cb6604f63" /><Relationship Type="http://schemas.openxmlformats.org/officeDocument/2006/relationships/slideLayout" Target="/ppt/slideLayouts/slideLayout3.xml" Id="R0d2507cb6e8f4599" /><Relationship Type="http://schemas.openxmlformats.org/officeDocument/2006/relationships/slideLayout" Target="/ppt/slideLayouts/slideLayout4.xml" Id="R818208a6c8a74193" /><Relationship Type="http://schemas.openxmlformats.org/officeDocument/2006/relationships/slideLayout" Target="/ppt/slideLayouts/slideLayout5.xml" Id="R037f309dc5c347d0" /><Relationship Type="http://schemas.openxmlformats.org/officeDocument/2006/relationships/slideLayout" Target="/ppt/slideLayouts/slideLayout6.xml" Id="Rfed28f9f46674f5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9396cc5502764683" /><Relationship Type="http://schemas.openxmlformats.org/officeDocument/2006/relationships/slideLayout" Target="/ppt/slideLayouts/slideLayout7.xml" Id="R1907a045b5fd4827" /><Relationship Type="http://schemas.openxmlformats.org/officeDocument/2006/relationships/slideLayout" Target="/ppt/slideLayouts/slideLayout8.xml" Id="Re651e9da55a84af7" /><Relationship Type="http://schemas.openxmlformats.org/officeDocument/2006/relationships/slideLayout" Target="/ppt/slideLayouts/slideLayout9.xml" Id="R335a194b0d32425c" /><Relationship Type="http://schemas.openxmlformats.org/officeDocument/2006/relationships/slideLayout" Target="/ppt/slideLayouts/slideLayout10.xml" Id="Rb65d2e46c4024c83" /><Relationship Type="http://schemas.openxmlformats.org/officeDocument/2006/relationships/slideLayout" Target="/ppt/slideLayouts/slideLayout11.xml" Id="R6bb6cff447224c5a" /><Relationship Type="http://schemas.openxmlformats.org/officeDocument/2006/relationships/slideLayout" Target="/ppt/slideLayouts/slideLayout12.xml" Id="R6065daa9d613496d" /><Relationship Type="http://schemas.openxmlformats.org/officeDocument/2006/relationships/slideLayout" Target="/ppt/slideLayouts/slideLayout13.xml" Id="R1ac9afa4bf344356" /><Relationship Type="http://schemas.openxmlformats.org/officeDocument/2006/relationships/slideLayout" Target="/ppt/slideLayouts/slideLayout14.xml" Id="R8da7a3fc948948a8" /><Relationship Type="http://schemas.openxmlformats.org/officeDocument/2006/relationships/slideLayout" Target="/ppt/slideLayouts/slideLayout15.xml" Id="Rc4e4402ecd4b43e1" /><Relationship Type="http://schemas.openxmlformats.org/officeDocument/2006/relationships/slideLayout" Target="/ppt/slideLayouts/slideLayout16.xml" Id="R884f3479a4bd4c70" /><Relationship Type="http://schemas.openxmlformats.org/officeDocument/2006/relationships/slideLayout" Target="/ppt/slideLayouts/slideLayout17.xml" Id="R3a395da4b34a49ce" /><Relationship Type="http://schemas.openxmlformats.org/officeDocument/2006/relationships/slideLayout" Target="/ppt/slideLayouts/slideLayout18.xml" Id="Rbe67ec0b7d154c9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b6bc50865a44e0"/>
    <p:sldLayoutId xmlns:r="http://schemas.openxmlformats.org/officeDocument/2006/relationships" id="2147483650" r:id="R7f25ac6cb6604f63"/>
    <p:sldLayoutId xmlns:r="http://schemas.openxmlformats.org/officeDocument/2006/relationships" id="2147483651" r:id="R0d2507cb6e8f4599"/>
    <p:sldLayoutId xmlns:r="http://schemas.openxmlformats.org/officeDocument/2006/relationships" id="2147483652" r:id="R818208a6c8a74193"/>
    <p:sldLayoutId xmlns:r="http://schemas.openxmlformats.org/officeDocument/2006/relationships" id="2147483653" r:id="R037f309dc5c347d0"/>
    <p:sldLayoutId xmlns:r="http://schemas.openxmlformats.org/officeDocument/2006/relationships" id="2147483654" r:id="Rfed28f9f46674f5e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1907a045b5fd4827"/>
    <p:sldLayoutId xmlns:r="http://schemas.openxmlformats.org/officeDocument/2006/relationships" id="2147483657" r:id="Re651e9da55a84af7"/>
    <p:sldLayoutId xmlns:r="http://schemas.openxmlformats.org/officeDocument/2006/relationships" id="2147483658" r:id="R335a194b0d32425c"/>
    <p:sldLayoutId xmlns:r="http://schemas.openxmlformats.org/officeDocument/2006/relationships" id="2147483659" r:id="Rb65d2e46c4024c83"/>
    <p:sldLayoutId xmlns:r="http://schemas.openxmlformats.org/officeDocument/2006/relationships" id="2147483660" r:id="R6bb6cff447224c5a"/>
    <p:sldLayoutId xmlns:r="http://schemas.openxmlformats.org/officeDocument/2006/relationships" id="2147483661" r:id="R6065daa9d613496d"/>
    <p:sldLayoutId xmlns:r="http://schemas.openxmlformats.org/officeDocument/2006/relationships" id="2147483662" r:id="R1ac9afa4bf344356"/>
    <p:sldLayoutId xmlns:r="http://schemas.openxmlformats.org/officeDocument/2006/relationships" id="2147483663" r:id="R8da7a3fc948948a8"/>
    <p:sldLayoutId xmlns:r="http://schemas.openxmlformats.org/officeDocument/2006/relationships" id="2147483664" r:id="Rc4e4402ecd4b43e1"/>
    <p:sldLayoutId xmlns:r="http://schemas.openxmlformats.org/officeDocument/2006/relationships" id="2147483665" r:id="R884f3479a4bd4c70"/>
    <p:sldLayoutId xmlns:r="http://schemas.openxmlformats.org/officeDocument/2006/relationships" id="2147483666" r:id="R3a395da4b34a49ce"/>
    <p:sldLayoutId xmlns:r="http://schemas.openxmlformats.org/officeDocument/2006/relationships" id="2147483667" r:id="Rbe67ec0b7d154c94"/>
  </p:sldLayoutIdLst>
  <p:txStyles>
    <p:titleStyle>
      <a:lvl1pPr xmlns:a="http://schemas.openxmlformats.org/drawingml/2006/main" algn="l">
        <a:lnSpc>
          <a:spcPct val="100000"/>
        </a:lnSpc>
        <a:spcBef>
          <a:spcPts val="0"/>
        </a:spcBef>
        <a:buNone/>
        <a:defRPr sz="3600" b="0" u="none" cap="none" spc="300">
          <a:solidFill>
            <a:schemeClr val="tx1">
              <a:lumMod val="85000"/>
              <a:lumOff val="1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130000"/>
        </a:lnSpc>
        <a:spcBef>
          <a:spcPts val="0"/>
        </a:spcBef>
        <a:spcAft>
          <a:spcPts val="1000"/>
        </a:spcAft>
        <a:buChar char="●"/>
        <a:defRPr sz="18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120000"/>
        </a:lnSpc>
        <a:spcBef>
          <a:spcPts val="0"/>
        </a:spcBef>
        <a:spcAft>
          <a:spcPts val="600"/>
        </a:spcAft>
        <a:buChar char="●"/>
        <a:defRPr sz="16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120000"/>
        </a:lnSpc>
        <a:spcBef>
          <a:spcPts val="0"/>
        </a:spcBef>
        <a:spcAft>
          <a:spcPts val="600"/>
        </a:spcAft>
        <a:buChar char="●"/>
        <a:defRPr sz="16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120000"/>
        </a:lnSpc>
        <a:spcBef>
          <a:spcPts val="0"/>
        </a:spcBef>
        <a:spcAft>
          <a:spcPts val="300"/>
        </a:spcAft>
        <a:buChar char=""/>
        <a:defRPr sz="14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120000"/>
        </a:lnSpc>
        <a:spcBef>
          <a:spcPts val="0"/>
        </a:spcBef>
        <a:spcAft>
          <a:spcPts val="300"/>
        </a:spcAft>
        <a:buChar char="•"/>
        <a:defRPr sz="14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ustom Theme">
  <a:themeElements>
    <a:clrScheme name="ChatGPT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D3BDA6"/>
      </a:accent1>
      <a:accent2>
        <a:srgbClr val="DBB479"/>
      </a:accent2>
      <a:accent3>
        <a:srgbClr val="AB8A7D"/>
      </a:accent3>
      <a:accent4>
        <a:srgbClr val="2C3741"/>
      </a:accent4>
      <a:accent5>
        <a:srgbClr val="2C3741"/>
      </a:accent5>
      <a:accent6>
        <a:srgbClr val="DBB479"/>
      </a:accent6>
      <a:hlink>
        <a:srgbClr val="000000"/>
      </a:hlink>
      <a:folHlink>
        <a:srgbClr val="00000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自定义设计方案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ab62d24e838749b8" /><Relationship Type="http://schemas.openxmlformats.org/officeDocument/2006/relationships/image" Target="/ppt/media/image2.png" Id="Rcb531e664878491a" /><Relationship Type="http://schemas.openxmlformats.org/officeDocument/2006/relationships/notesSlide" Target="/ppt/notesSlides/notesSlide1.xml" Id="Rfe883f1655d547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c754c15672b64bcb" /><Relationship Type="http://schemas.openxmlformats.org/officeDocument/2006/relationships/image" Target="/ppt/media/image3.png" Id="R711024023da54661" /><Relationship Type="http://schemas.openxmlformats.org/officeDocument/2006/relationships/notesSlide" Target="/ppt/notesSlides/notesSlide2.xml" Id="Rbea321323a2b48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89e57c75254844d5" /><Relationship Type="http://schemas.openxmlformats.org/officeDocument/2006/relationships/image" Target="/ppt/media/image4.png" Id="R99036a55f65d44c5" /><Relationship Type="http://schemas.openxmlformats.org/officeDocument/2006/relationships/notesSlide" Target="/ppt/notesSlides/notesSlide3.xml" Id="Rb4efc86de94f4f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eebd77b1b4044efb" /><Relationship Type="http://schemas.openxmlformats.org/officeDocument/2006/relationships/image" Target="/ppt/media/image3.png" Id="Rd4d38de277764729" /><Relationship Type="http://schemas.openxmlformats.org/officeDocument/2006/relationships/image" Target="/ppt/media/image5.png" Id="R2dde3beadcd84de9" /><Relationship Type="http://schemas.openxmlformats.org/officeDocument/2006/relationships/notesSlide" Target="/ppt/notesSlides/notesSlide4.xml" Id="Rb2a8178f806f45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fe6db37ecfa24e4f" /><Relationship Type="http://schemas.openxmlformats.org/officeDocument/2006/relationships/image" Target="/ppt/media/image6.png" Id="Rc7cf7a921c8540a1" /><Relationship Type="http://schemas.openxmlformats.org/officeDocument/2006/relationships/image" Target="/ppt/media/image7.png" Id="Re313f5658fda486a" /><Relationship Type="http://schemas.openxmlformats.org/officeDocument/2006/relationships/notesSlide" Target="/ppt/notesSlides/notesSlide5.xml" Id="Rb1dbb860056741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b8e725c0b8814ae9" /><Relationship Type="http://schemas.openxmlformats.org/officeDocument/2006/relationships/image" Target="/ppt/media/image8.png" Id="R2c3b6d2faf514d02" /><Relationship Type="http://schemas.openxmlformats.org/officeDocument/2006/relationships/image" Target="/ppt/media/image9.png" Id="Rc7d9b584900841a4" /><Relationship Type="http://schemas.openxmlformats.org/officeDocument/2006/relationships/notesSlide" Target="/ppt/notesSlides/notesSlide6.xml" Id="R50f6b0e6e1a042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239c14336ec343c4" /><Relationship Type="http://schemas.openxmlformats.org/officeDocument/2006/relationships/notesSlide" Target="/ppt/notesSlides/notesSlide7.xml" Id="Rffe795c6f51f4f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531e664878491a"/>
          <a:srcRect xmlns:a="http://schemas.openxmlformats.org/drawingml/2006/main" l="5" t="0" r="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9525" y="-22225"/>
            <a:ext cx="12214860" cy="691007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4ED9DBD3-7E91-4E70-98B7-EF7B8313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1997710"/>
            <a:ext cx="988695" cy="7607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82402508-E2EE-452B-AA16-06F113E7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1997710"/>
            <a:ext cx="988695" cy="760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91440" rIns="91440" bIns="4572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6A85564-4012-48DE-8323-C66A5D9E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065" y="2949575"/>
            <a:ext cx="6986905" cy="10153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400" b="1">
                <a:solidFill>
                  <a:srgbClr val="212931"/>
                </a:solidFill>
                <a:latin typeface="MiSans"/>
                <a:ea typeface="MiSans"/>
                <a:cs typeface="MiSans"/>
              </a:rPr>
              <a:t>新知</a:t>
            </a:r>
            <a:r>
              <a:rPr sz="4400" b="1">
                <a:solidFill>
                  <a:srgbClr val="212931"/>
                </a:solidFill>
                <a:latin typeface="MiSans"/>
                <a:ea typeface="MiSans"/>
                <a:cs typeface="MiSans"/>
              </a:rPr>
              <a:t>学习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00F910B-9F69-4C42-BEB3-5B145891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00" y="2086610"/>
            <a:ext cx="3128010" cy="8629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6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二</a:t>
            </a:r>
          </a:p>
        </p:txBody>
      </p:sp>
    </p:spTree>
    <p:extLst>
      <p:ext uri="{BB962C8B-B14F-4D97-AF65-F5344CB8AC3E}">
        <p14:creationId xmlns:p14="http://schemas.microsoft.com/office/powerpoint/2010/main" val="18447263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77613B3-C1F3-49DF-8B7C-4AC515B0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 flipH="1" flipV="1">
            <a:off x="457835" y="315595"/>
            <a:ext cx="525780" cy="52578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D3BDA6">
                  <a:alpha val="0"/>
                </a:srgbClr>
              </a:gs>
              <a:gs pos="100000">
                <a:srgbClr val="B48E67">
                  <a:alpha val="67000"/>
                </a:srgbClr>
              </a:gs>
            </a:gsLst>
            <a:lin ang="16200000"/>
          </a:gra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BD11A1B-6DB6-4405-9646-FF2DEEA9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457835" y="315595"/>
            <a:ext cx="525780" cy="525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91440" rIns="91440" bIns="4572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</a:p>
        </p:txBody>
      </p:sp>
      <p:pic>
        <p:nvPicPr>
          <p:cNvPr id="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1024023da54661"/>
          <a:srcRect xmlns:a="http://schemas.openxmlformats.org/drawingml/2006/main" l="3" t="0" r="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203430" cy="6897370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5278C822-FBB8-4DE1-A9F6-E8C7562F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85" y="607060"/>
            <a:ext cx="6272530" cy="5835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200" b="1">
                <a:solidFill>
                  <a:srgbClr val="2B2F36"/>
                </a:solidFill>
                <a:latin typeface="宋体"/>
                <a:ea typeface="宋体"/>
                <a:cs typeface="宋体"/>
              </a:rPr>
              <a:t>分支</a:t>
            </a:r>
            <a:r>
              <a:rPr sz="3200" b="1">
                <a:solidFill>
                  <a:srgbClr val="2B2F36"/>
                </a:solidFill>
                <a:latin typeface="宋体"/>
                <a:ea typeface="宋体"/>
                <a:cs typeface="宋体"/>
              </a:rPr>
              <a:t>判断</a:t>
            </a:r>
          </a:p>
        </p:txBody>
      </p:sp>
      <p:sp>
        <p:nvSpPr>
          <p:cNvPr id="10" name="Text 4">
            <a:extLst xmlns:a="http://schemas.openxmlformats.org/drawingml/2006/main">
              <a:ext uri="{FF2B5EF4-FFF2-40B4-BE49-F238E27FC236}">
                <a16:creationId xmlns:a16="http://schemas.microsoft.com/office/drawing/2014/main" id="{8A394A30-9449-4F5C-A11D-B4645F25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75" y="2904490"/>
            <a:ext cx="5050790" cy="238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2800">
                <a:solidFill>
                  <a:srgbClr val="2C3741"/>
                </a:solidFill>
                <a:latin typeface="宋体"/>
                <a:ea typeface="宋体"/>
                <a:cs typeface="宋体"/>
              </a:rPr>
              <a:t>双分支结构：</a:t>
            </a:r>
          </a:p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2800">
                <a:solidFill>
                  <a:srgbClr val="2C3741"/>
                </a:solidFill>
                <a:latin typeface="宋体"/>
                <a:ea typeface="宋体"/>
                <a:cs typeface="宋体"/>
              </a:rPr>
              <a:t>如果身高＜120cm：购买半价票</a:t>
            </a:r>
          </a:p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2800">
                <a:solidFill>
                  <a:srgbClr val="2C3741"/>
                </a:solidFill>
                <a:latin typeface="宋体"/>
                <a:ea typeface="宋体"/>
                <a:cs typeface="宋体"/>
              </a:rPr>
              <a:t>否则：进入下一步判断。</a:t>
            </a:r>
          </a:p>
        </p:txBody>
      </p:sp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FA3F2BB2-C1A2-4917-8A88-76B12DF2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" y="1614170"/>
            <a:ext cx="7159625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800" b="1">
                <a:solidFill>
                  <a:srgbClr val="DBB479"/>
                </a:solidFill>
                <a:latin typeface="MiSans"/>
                <a:ea typeface="MiSans"/>
                <a:cs typeface="MiSans"/>
              </a:rPr>
              <a:t>原理：计算机和人一样，也需要做决定</a:t>
            </a:r>
          </a:p>
        </p:txBody>
      </p:sp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C20E296E-9C04-4CA0-8BEA-70F2E119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270" y="1490345"/>
            <a:ext cx="3922395" cy="11563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3600">
                <a:solidFill>
                  <a:srgbClr val="2C3741"/>
                </a:solidFill>
                <a:latin typeface="宋体"/>
                <a:ea typeface="宋体"/>
                <a:cs typeface="宋体"/>
              </a:rPr>
              <a:t>双分支结构</a:t>
            </a:r>
          </a:p>
        </p:txBody>
      </p:sp>
      <p:sp>
        <p:nvSpPr>
          <p:cNvPr id="7" name="Text 8">
            <a:extLst xmlns:a="http://schemas.openxmlformats.org/drawingml/2006/main">
              <a:ext uri="{FF2B5EF4-FFF2-40B4-BE49-F238E27FC236}">
                <a16:creationId xmlns:a16="http://schemas.microsoft.com/office/drawing/2014/main" id="{F167F0ED-5BC8-4E97-B178-3359E874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595" y="2485390"/>
            <a:ext cx="3950335" cy="9728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2800">
                <a:solidFill>
                  <a:srgbClr val="2C3741"/>
                </a:solidFill>
                <a:latin typeface="宋体"/>
                <a:ea typeface="宋体"/>
                <a:cs typeface="宋体"/>
              </a:rPr>
              <a:t>条件成立？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C56AA83-58ED-43BB-84E5-858315FD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595" y="3728720"/>
            <a:ext cx="3864610" cy="11576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2800">
                <a:solidFill>
                  <a:srgbClr val="2C3741"/>
                </a:solidFill>
                <a:latin typeface="宋体"/>
                <a:ea typeface="宋体"/>
                <a:cs typeface="宋体"/>
              </a:rPr>
              <a:t>→ 是 → 半价票</a:t>
            </a:r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BD06E9EF-EE8B-41AE-A436-782CEC24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270" y="4634230"/>
            <a:ext cx="3863340" cy="869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2800">
                <a:solidFill>
                  <a:srgbClr val="2C3741"/>
                </a:solidFill>
                <a:latin typeface="宋体"/>
                <a:ea typeface="宋体"/>
                <a:cs typeface="宋体"/>
              </a:rPr>
              <a:t>→ 否 → 继续判断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C90FAA76-90B9-4DB4-91B8-B5419CA5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7570" y="1502410"/>
            <a:ext cx="4609465" cy="5010150"/>
          </a:xfrm>
          <a:prstGeom xmlns:a="http://schemas.openxmlformats.org/drawingml/2006/main" prst="roundRect">
            <a:avLst/>
          </a:prstGeom>
          <a:ln xmlns:a="http://schemas.openxmlformats.org/drawingml/2006/main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8554767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2FF2A15-93F2-4044-A045-9498CD4E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 flipH="1" flipV="1">
            <a:off x="457835" y="315595"/>
            <a:ext cx="525780" cy="52578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D3BDA6">
                  <a:alpha val="0"/>
                </a:srgbClr>
              </a:gs>
              <a:gs pos="100000">
                <a:srgbClr val="B48E67">
                  <a:alpha val="67000"/>
                </a:srgbClr>
              </a:gs>
            </a:gsLst>
            <a:lin ang="16200000"/>
          </a:gra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E764660-0285-40A9-8DFA-2AAB6404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457835" y="315595"/>
            <a:ext cx="525780" cy="525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91440" rIns="91440" bIns="4572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2823B2B-009A-4522-96C2-07E4BDC1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6035" y="592138"/>
            <a:ext cx="351155" cy="4381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3BDA6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05F804A-A58B-4A70-BF7D-AC89B044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6035" y="592138"/>
            <a:ext cx="351155" cy="438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91440" rIns="91440" bIns="4572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453BAFA-0A13-4D10-B6CA-CE16AB4F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6035" y="712153"/>
            <a:ext cx="351155" cy="4381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3BDA6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95689C5-EFC5-4FCE-98DD-03733694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6035" y="712153"/>
            <a:ext cx="351155" cy="438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91440" rIns="91440" bIns="4572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AB7B106-21B9-44C3-AD96-77240E95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6035" y="832168"/>
            <a:ext cx="351155" cy="4381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3BDA6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DF3A027-4927-4F43-B346-EA56E349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6035" y="832168"/>
            <a:ext cx="351155" cy="438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91440" rIns="91440" bIns="4572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436FB4A-7ACA-4DF9-815F-E6F5C1EB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6035" y="592138"/>
            <a:ext cx="351155" cy="4381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3BDA6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3CF7CED-CFDD-45AC-A78C-D2F97251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6035" y="592138"/>
            <a:ext cx="351155" cy="438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91440" rIns="91440" bIns="4572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406515B-08C3-4164-A4DE-E5E36441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6035" y="712153"/>
            <a:ext cx="351155" cy="4381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3BDA6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06ADFC4-5170-43E1-BE2C-6E2D4DA6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6035" y="712153"/>
            <a:ext cx="351155" cy="438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91440" rIns="91440" bIns="4572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8859463-AF07-4C88-9E8A-C8256262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6035" y="832168"/>
            <a:ext cx="351155" cy="4381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3BDA6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98172C7-89EA-4837-B54A-8B19FB09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6035" y="832168"/>
            <a:ext cx="351155" cy="438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91440" rIns="91440" bIns="4572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35D3158-BE3B-42CE-B6F6-5BE449EF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85" y="524510"/>
            <a:ext cx="6272530" cy="5835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200" b="1">
                <a:solidFill>
                  <a:srgbClr val="2B2F36"/>
                </a:solidFill>
                <a:latin typeface="宋体"/>
                <a:ea typeface="宋体"/>
                <a:cs typeface="宋体"/>
              </a:rPr>
              <a:t>流程图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9821748-33CC-41EA-9757-4D34DAA0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5" y="2524760"/>
            <a:ext cx="12176760" cy="327152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3BDA6"/>
              </a:gs>
              <a:gs pos="100000">
                <a:srgbClr val="BFA492"/>
              </a:gs>
            </a:gsLst>
            <a:lin ang="2700000"/>
          </a:gra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34E4299-CCF5-4292-B592-202A4121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5" y="2524760"/>
            <a:ext cx="12176760" cy="327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91440" rIns="91440" bIns="4572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C04B35D5-C3FA-4AB9-A4BC-AD18FCF4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250" y="2602230"/>
            <a:ext cx="2281555" cy="5499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bg1"/>
                </a:solidFill>
              </a:rPr>
              <a:t>小明</a:t>
            </a:r>
            <a:br/>
            <a:r>
              <a:rPr sz="2400" b="1">
                <a:solidFill>
                  <a:schemeClr val="bg1"/>
                </a:solidFill>
              </a:rPr>
              <a:t>身高</a:t>
            </a:r>
            <a:r>
              <a:rPr sz="2400" b="1">
                <a:solidFill>
                  <a:schemeClr val="bg1"/>
                </a:solidFill>
              </a:rPr>
              <a:t>138cm</a:t>
            </a:r>
          </a:p>
        </p:txBody>
      </p:sp>
      <p:sp>
        <p:nvSpPr>
          <p:cNvPr id="19" name="流程图: 可选过程 18">
            <a:extLst xmlns:a="http://schemas.openxmlformats.org/drawingml/2006/main">
              <a:ext uri="{FF2B5EF4-FFF2-40B4-BE49-F238E27FC236}">
                <a16:creationId xmlns:a16="http://schemas.microsoft.com/office/drawing/2014/main" id="{767BF881-B547-43A5-AFC5-AFF19AF2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115" y="756285"/>
            <a:ext cx="1629410" cy="762000"/>
          </a:xfrm>
          <a:prstGeom xmlns:a="http://schemas.openxmlformats.org/drawingml/2006/main" prst="flowChartAlternateProcess">
            <a:avLst/>
          </a:prstGeom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/>
              <a:t>开始</a:t>
            </a:r>
          </a:p>
        </p:txBody>
      </p:sp>
      <p:cxnSp>
        <p:nvCxnSpPr>
          <p:cNvPr id="30" name="直接箭头连接符 19"/>
          <p:cNvCxnSpPr>
            <a:stCxn xmlns:a="http://schemas.openxmlformats.org/drawingml/2006/main" id="19" idx="2"/>
          </p:cNvCxnSpPr>
          <p:nvPr/>
        </p:nvCxnSpPr>
        <p:spPr>
          <a:xfrm xmlns:a="http://schemas.openxmlformats.org/drawingml/2006/main">
            <a:off x="8338820" y="1518285"/>
            <a:ext cx="0" cy="300355"/>
          </a:xfrm>
          <a:prstGeom xmlns:a="http://schemas.openxmlformats.org/drawingml/2006/main" prst="straightConnector1">
            <a:avLst/>
          </a:prstGeom>
          <a:ln xmlns:a="http://schemas.openxmlformats.org/drawingml/2006/main" w="31750" cap="rnd">
            <a:solidFill>
              <a:prstClr val="black"/>
            </a:solidFill>
            <a:round/>
            <a:tailEnd type="arrow" w="med" len="me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21" name="平行四边形 20">
            <a:extLst xmlns:a="http://schemas.openxmlformats.org/drawingml/2006/main">
              <a:ext uri="{FF2B5EF4-FFF2-40B4-BE49-F238E27FC236}">
                <a16:creationId xmlns:a16="http://schemas.microsoft.com/office/drawing/2014/main" id="{FAF69FC4-BF9A-49E3-9427-CEAC4C6C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115" y="1818640"/>
            <a:ext cx="1687195" cy="706120"/>
          </a:xfrm>
          <a:prstGeom xmlns:a="http://schemas.openxmlformats.org/drawingml/2006/main" prst="parallelogram">
            <a:avLst/>
          </a:prstGeom>
        </p:spPr>
        <p:style>
          <a:lnRef xmlns:a="http://schemas.openxmlformats.org/drawingml/2006/main" idx="0">
            <a:srgbClr val="FFFFFF"/>
          </a:lnRef>
          <a:fillRef xmlns:a="http://schemas.openxmlformats.org/drawingml/2006/main" idx="2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/>
              <a:t>输入身高</a:t>
            </a:r>
          </a:p>
        </p:txBody>
      </p:sp>
      <p:cxnSp>
        <p:nvCxnSpPr>
          <p:cNvPr id="32" name="直接箭头连接符 21"/>
          <p:cNvCxnSpPr>
            <a:stCxn xmlns:a="http://schemas.openxmlformats.org/drawingml/2006/main" id="21" idx="4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8368030" y="2524760"/>
            <a:ext cx="0" cy="300355"/>
          </a:xfrm>
          <a:prstGeom xmlns:a="http://schemas.openxmlformats.org/drawingml/2006/main" prst="straightConnector1">
            <a:avLst/>
          </a:prstGeom>
          <a:ln xmlns:a="http://schemas.openxmlformats.org/drawingml/2006/main" w="31750" cap="rnd">
            <a:solidFill>
              <a:prstClr val="black"/>
            </a:solidFill>
            <a:round/>
            <a:tailEnd type="arrow" w="med" len="me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23" name="菱形 22">
            <a:extLst xmlns:a="http://schemas.openxmlformats.org/drawingml/2006/main">
              <a:ext uri="{FF2B5EF4-FFF2-40B4-BE49-F238E27FC236}">
                <a16:creationId xmlns:a16="http://schemas.microsoft.com/office/drawing/2014/main" id="{D1A9A547-56D1-4F21-AAAC-F22F3E6F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25115"/>
            <a:ext cx="2524125" cy="963930"/>
          </a:xfrm>
          <a:prstGeom xmlns:a="http://schemas.openxmlformats.org/drawingml/2006/main" prst="diamond">
            <a:avLst/>
          </a:prstGeom>
          <a:effectLst xmlns:a="http://schemas.openxmlformats.org/drawingml/2006/main">
            <a:softEdge rad="50800"/>
          </a:effectLst>
        </p:spPr>
        <p:style>
          <a:lnRef xmlns:a="http://schemas.openxmlformats.org/drawingml/2006/main" idx="0">
            <a:srgbClr val="FFFFFF"/>
          </a:lnRef>
          <a:fillRef xmlns:a="http://schemas.openxmlformats.org/drawingml/2006/main" idx="1">
            <a:schemeClr val="accent3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/>
              <a:t>身高＜120cm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2C3BEF10-975A-4B95-9D39-6509007F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1665" y="4030980"/>
            <a:ext cx="1573530" cy="714375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0">
            <a:srgbClr val="FFFFFF"/>
          </a:lnRef>
          <a:fillRef xmlns:a="http://schemas.openxmlformats.org/drawingml/2006/main" idx="2">
            <a:schemeClr val="accent2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/>
              <a:t>否则</a:t>
            </a:r>
          </a:p>
          <a:p xmlns:a="http://schemas.openxmlformats.org/drawingml/2006/main">
            <a:pPr algn="ctr">
              <a:buNone/>
            </a:pPr>
            <a:r>
              <a:rPr sz="2000"/>
              <a:t>继续判断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4FDEED04-ABA4-456B-9F34-6C06E3D0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030980"/>
            <a:ext cx="1573530" cy="714375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0">
            <a:srgbClr val="FFFFFF"/>
          </a:lnRef>
          <a:fillRef xmlns:a="http://schemas.openxmlformats.org/drawingml/2006/main" idx="2">
            <a:schemeClr val="accent2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/>
              <a:t>低于120cm</a:t>
            </a:r>
          </a:p>
          <a:p xmlns:a="http://schemas.openxmlformats.org/drawingml/2006/main">
            <a:pPr algn="ctr">
              <a:buNone/>
            </a:pPr>
            <a:r>
              <a:rPr sz="2000"/>
              <a:t>半价票</a:t>
            </a:r>
          </a:p>
        </p:txBody>
      </p:sp>
      <p:cxnSp>
        <p:nvCxnSpPr>
          <p:cNvPr id="36" name="肘形连接符 35"/>
          <p:cNvCxnSpPr>
            <a:stCxn xmlns:a="http://schemas.openxmlformats.org/drawingml/2006/main" id="23" idx="3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9629775" y="3307080"/>
            <a:ext cx="668655" cy="723900"/>
          </a:xfrm>
          <a:prstGeom xmlns:a="http://schemas.openxmlformats.org/drawingml/2006/main" prst="bentConnector2">
            <a:avLst/>
          </a:prstGeom>
          <a:ln xmlns:a="http://schemas.openxmlformats.org/drawingml/2006/main" w="31750" cap="rnd">
            <a:solidFill>
              <a:prstClr val="black"/>
            </a:solidFill>
            <a:round/>
            <a:tailEnd type="arrow" w="med" len="me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37" name="肘形连接符 36"/>
          <p:cNvCxnSpPr>
            <a:stCxn xmlns:a="http://schemas.openxmlformats.org/drawingml/2006/main" id="23" idx="1"/>
            <a:endCxn xmlns:a="http://schemas.openxmlformats.org/drawingml/2006/main" id="32" idx="0"/>
          </p:cNvCxnSpPr>
          <p:nvPr/>
        </p:nvCxnSpPr>
        <p:spPr>
          <a:xfrm xmlns:a="http://schemas.openxmlformats.org/drawingml/2006/main" rot="10800000" flipV="1">
            <a:off x="6222365" y="3307080"/>
            <a:ext cx="883285" cy="723900"/>
          </a:xfrm>
          <a:prstGeom xmlns:a="http://schemas.openxmlformats.org/drawingml/2006/main" prst="bentConnector2">
            <a:avLst/>
          </a:prstGeom>
          <a:ln xmlns:a="http://schemas.openxmlformats.org/drawingml/2006/main" w="31750" cap="rnd">
            <a:solidFill>
              <a:prstClr val="black"/>
            </a:solidFill>
            <a:round/>
            <a:tailEnd type="arrow" w="med" len="me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39" name="流程图: 可选过程 38">
            <a:extLst xmlns:a="http://schemas.openxmlformats.org/drawingml/2006/main">
              <a:ext uri="{FF2B5EF4-FFF2-40B4-BE49-F238E27FC236}">
                <a16:creationId xmlns:a16="http://schemas.microsoft.com/office/drawing/2014/main" id="{72B678CF-3682-40B8-8D48-D6616302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5715" y="5095875"/>
            <a:ext cx="1629410" cy="762000"/>
          </a:xfrm>
          <a:prstGeom xmlns:a="http://schemas.openxmlformats.org/drawingml/2006/main" prst="flowChartAlternateProcess">
            <a:avLst/>
          </a:prstGeom>
        </p:spPr>
        <p:style>
          <a:lnRef xmlns:a="http://schemas.openxmlformats.org/drawingml/2006/main" idx="0">
            <a:srgbClr val="FFFFFF"/>
          </a:lnRef>
          <a:fillRef xmlns:a="http://schemas.openxmlformats.org/drawingml/2006/main" idx="3">
            <a:schemeClr val="accent2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/>
              <a:t>结束</a:t>
            </a:r>
          </a:p>
        </p:txBody>
      </p:sp>
      <p:cxnSp>
        <p:nvCxnSpPr>
          <p:cNvPr id="40" name="肘形连接符 40"/>
          <p:cNvCxnSpPr>
            <a:stCxn xmlns:a="http://schemas.openxmlformats.org/drawingml/2006/main" id="32" idx="2"/>
            <a:endCxn xmlns:a="http://schemas.openxmlformats.org/drawingml/2006/main" id="39" idx="1"/>
          </p:cNvCxnSpPr>
          <p:nvPr/>
        </p:nvCxnSpPr>
        <p:spPr>
          <a:xfrm xmlns:a="http://schemas.openxmlformats.org/drawingml/2006/main" rot="5400000" flipV="1">
            <a:off x="6563360" y="4404360"/>
            <a:ext cx="731520" cy="1413510"/>
          </a:xfrm>
          <a:prstGeom xmlns:a="http://schemas.openxmlformats.org/drawingml/2006/main" prst="bentConnector2">
            <a:avLst/>
          </a:prstGeom>
          <a:ln xmlns:a="http://schemas.openxmlformats.org/drawingml/2006/main" w="31750" cap="rnd">
            <a:solidFill>
              <a:prstClr val="black"/>
            </a:solidFill>
            <a:round/>
            <a:tailEnd type="arrow" w="med" len="me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41" name="肘形连接符 41"/>
          <p:cNvCxnSpPr>
            <a:stCxn xmlns:a="http://schemas.openxmlformats.org/drawingml/2006/main" id="24" idx="2"/>
          </p:cNvCxnSpPr>
          <p:nvPr/>
        </p:nvCxnSpPr>
        <p:spPr>
          <a:xfrm xmlns:a="http://schemas.openxmlformats.org/drawingml/2006/main" rot="5400000">
            <a:off x="9473565" y="4589780"/>
            <a:ext cx="669925" cy="980440"/>
          </a:xfrm>
          <a:prstGeom xmlns:a="http://schemas.openxmlformats.org/drawingml/2006/main" prst="bentConnector2">
            <a:avLst/>
          </a:prstGeom>
          <a:ln xmlns:a="http://schemas.openxmlformats.org/drawingml/2006/main" w="31750" cap="rnd">
            <a:solidFill>
              <a:prstClr val="black"/>
            </a:solidFill>
            <a:round/>
            <a:tailEnd type="arrow" w="med" len="me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EE6AFBD0-3348-4BC2-B610-19BB76A6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140" y="2973070"/>
            <a:ext cx="37020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是</a:t>
            </a: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DB9EEC5B-DD37-43E6-97B6-534628E7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9485" y="2938780"/>
            <a:ext cx="37020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否</a:t>
            </a:r>
          </a:p>
        </p:txBody>
      </p:sp>
      <p:pic>
        <p:nvPicPr>
          <p:cNvPr id="4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036a55f65d44c5"/>
          <a:srcRect xmlns:a="http://schemas.openxmlformats.org/drawingml/2006/main" l="0" t="19908" r="-6347" b="72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95" y="3554095"/>
            <a:ext cx="4830445" cy="3310255"/>
          </a:xfrm>
          <a:prstGeom xmlns:a="http://schemas.openxmlformats.org/drawingml/2006/main" prst="rect">
            <a:avLst/>
          </a:prstGeom>
        </p:spPr>
      </p:pic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EE07C3F6-D08D-45C9-A71D-00805A68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120" y="2609850"/>
            <a:ext cx="2611120" cy="697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bg1"/>
                </a:solidFill>
              </a:rPr>
              <a:t>妹妹</a:t>
            </a:r>
            <a:br/>
            <a:r>
              <a:rPr sz="2400" b="1">
                <a:solidFill>
                  <a:schemeClr val="bg1"/>
                </a:solidFill>
              </a:rPr>
              <a:t>身高</a:t>
            </a:r>
            <a:r>
              <a:rPr sz="2400" b="1">
                <a:solidFill>
                  <a:schemeClr val="bg1"/>
                </a:solidFill>
              </a:rPr>
              <a:t>116cm</a:t>
            </a:r>
          </a:p>
        </p:txBody>
      </p:sp>
      <p:sp>
        <p:nvSpPr>
          <p:cNvPr id="27" name="菱形 26">
            <a:extLst xmlns:a="http://schemas.openxmlformats.org/drawingml/2006/main">
              <a:ext uri="{FF2B5EF4-FFF2-40B4-BE49-F238E27FC236}">
                <a16:creationId xmlns:a16="http://schemas.microsoft.com/office/drawing/2014/main" id="{11A06A39-0EC2-4CED-BDB6-5B0CAE90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030" y="1236345"/>
            <a:ext cx="2524125" cy="963930"/>
          </a:xfrm>
          <a:prstGeom xmlns:a="http://schemas.openxmlformats.org/drawingml/2006/main" prst="diamond">
            <a:avLst/>
          </a:prstGeom>
          <a:effectLst xmlns:a="http://schemas.openxmlformats.org/drawingml/2006/main">
            <a:softEdge rad="50800"/>
          </a:effectLst>
        </p:spPr>
        <p:style>
          <a:lnRef xmlns:a="http://schemas.openxmlformats.org/drawingml/2006/main" idx="0">
            <a:srgbClr val="FFFFFF"/>
          </a:lnRef>
          <a:fillRef xmlns:a="http://schemas.openxmlformats.org/drawingml/2006/main" idx="1">
            <a:schemeClr val="accent3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807319E5-227A-4305-8D6B-74C228A9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" y="1511300"/>
            <a:ext cx="2281555" cy="5499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tx2"/>
                </a:solidFill>
              </a:rPr>
              <a:t>条件判断：菱形必须有“是/否”两条路径</a:t>
            </a:r>
          </a:p>
        </p:txBody>
      </p:sp>
    </p:spTree>
    <p:extLst>
      <p:ext uri="{BB962C8B-B14F-4D97-AF65-F5344CB8AC3E}">
        <p14:creationId xmlns:p14="http://schemas.microsoft.com/office/powerpoint/2010/main" val="4955180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AAE1CD-89CB-4F5D-9FAA-8F6C9997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 flipH="1" flipV="1">
            <a:off x="457835" y="315595"/>
            <a:ext cx="525780" cy="52578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D3BDA6">
                  <a:alpha val="0"/>
                </a:srgbClr>
              </a:gs>
              <a:gs pos="100000">
                <a:srgbClr val="B48E67">
                  <a:alpha val="67000"/>
                </a:srgbClr>
              </a:gs>
            </a:gsLst>
            <a:lin ang="16200000"/>
          </a:gra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9053C11-AC11-4AE2-98E6-7A7B340C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457835" y="315595"/>
            <a:ext cx="525780" cy="525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91440" rIns="91440" bIns="4572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</a:p>
        </p:txBody>
      </p:sp>
      <p:pic>
        <p:nvPicPr>
          <p:cNvPr id="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d38de277764729"/>
          <a:srcRect xmlns:a="http://schemas.openxmlformats.org/drawingml/2006/main" l="3" t="0" r="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0955" y="-12065"/>
            <a:ext cx="12203430" cy="6897370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F8DE87D-4E2D-485C-9A17-C7E4C3D6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85" y="524510"/>
            <a:ext cx="6272530" cy="5835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200" b="1">
                <a:solidFill>
                  <a:srgbClr val="2B2F36"/>
                </a:solidFill>
                <a:latin typeface="宋体"/>
                <a:ea typeface="宋体"/>
                <a:cs typeface="宋体"/>
              </a:rPr>
              <a:t>语句</a:t>
            </a:r>
          </a:p>
        </p:txBody>
      </p:sp>
      <p:pic>
        <p:nvPicPr>
          <p:cNvPr id="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de3beadcd84de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88415" y="1158240"/>
            <a:ext cx="4320000" cy="5507329"/>
          </a:xfrm>
          <a:prstGeom xmlns:a="http://schemas.openxmlformats.org/drawingml/2006/main" prst="rect">
            <a:avLst/>
          </a:prstGeom>
        </p:spPr>
      </p:pic>
      <p:pic>
        <p:nvPicPr>
          <p:cNvPr id="7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de3beadcd84de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10350" y="1158240"/>
            <a:ext cx="4319905" cy="5507355"/>
          </a:xfrm>
          <a:prstGeom xmlns:a="http://schemas.openxmlformats.org/drawingml/2006/main" prst="rect">
            <a:avLst/>
          </a:prstGeom>
        </p:spPr>
      </p:pic>
      <p:sp>
        <p:nvSpPr>
          <p:cNvPr id="9" name="Text 3">
            <a:extLst xmlns:a="http://schemas.openxmlformats.org/drawingml/2006/main">
              <a:ext uri="{FF2B5EF4-FFF2-40B4-BE49-F238E27FC236}">
                <a16:creationId xmlns:a16="http://schemas.microsoft.com/office/drawing/2014/main" id="{E7DD7893-4165-4CD7-883C-5BF2AD35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180" y="1536700"/>
            <a:ext cx="280098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0">
              <a:lnSpc>
                <a:spcPct val="100000"/>
              </a:lnSpc>
              <a:buNone/>
            </a:pPr>
            <a:r>
              <a:rPr sz="2800" b="1">
                <a:solidFill>
                  <a:srgbClr val="DBB479"/>
                </a:solidFill>
                <a:latin typeface="MiSans"/>
                <a:ea typeface="MiSans"/>
                <a:cs typeface="MiSans"/>
              </a:rPr>
              <a:t>自然语言描述</a:t>
            </a:r>
          </a:p>
        </p:txBody>
      </p:sp>
      <p:sp>
        <p:nvSpPr>
          <p:cNvPr id="10" name="Text 4">
            <a:extLst xmlns:a="http://schemas.openxmlformats.org/drawingml/2006/main">
              <a:ext uri="{FF2B5EF4-FFF2-40B4-BE49-F238E27FC236}">
                <a16:creationId xmlns:a16="http://schemas.microsoft.com/office/drawing/2014/main" id="{1E6EA7D1-C4BF-40A9-9101-58E41BBA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110" y="2703830"/>
            <a:ext cx="3757930" cy="23069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2400">
                <a:solidFill>
                  <a:srgbClr val="2C3741"/>
                </a:solidFill>
                <a:latin typeface="宋体"/>
                <a:ea typeface="宋体"/>
                <a:cs typeface="宋体"/>
              </a:rPr>
              <a:t>如果（身高＜120cm）：</a:t>
            </a:r>
          </a:p>
          <a:p xmlns:a="http://schemas.openxmlformats.org/drawingml/2006/main">
            <a:pPr marL="0" indent="457200">
              <a:lnSpc>
                <a:spcPct val="150000"/>
              </a:lnSpc>
              <a:buNone/>
            </a:pPr>
            <a:r>
              <a:rPr sz="2400">
                <a:solidFill>
                  <a:srgbClr val="2C3741"/>
                </a:solidFill>
                <a:latin typeface="宋体"/>
                <a:ea typeface="宋体"/>
                <a:cs typeface="宋体"/>
              </a:rPr>
              <a:t>购买半价票，</a:t>
            </a:r>
          </a:p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2400">
                <a:solidFill>
                  <a:srgbClr val="2C3741"/>
                </a:solidFill>
                <a:latin typeface="宋体"/>
                <a:ea typeface="宋体"/>
                <a:cs typeface="宋体"/>
              </a:rPr>
              <a:t>否则：</a:t>
            </a:r>
          </a:p>
          <a:p xmlns:a="http://schemas.openxmlformats.org/drawingml/2006/main">
            <a:pPr marL="0" indent="457200">
              <a:lnSpc>
                <a:spcPct val="150000"/>
              </a:lnSpc>
              <a:buNone/>
            </a:pPr>
            <a:r>
              <a:rPr sz="2400">
                <a:solidFill>
                  <a:srgbClr val="2C3741"/>
                </a:solidFill>
                <a:latin typeface="宋体"/>
                <a:ea typeface="宋体"/>
                <a:cs typeface="宋体"/>
              </a:rPr>
              <a:t>继续判断学生证</a:t>
            </a:r>
          </a:p>
        </p:txBody>
      </p:sp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F9843008-0503-47DD-8E8C-E5839E13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960" y="1466215"/>
            <a:ext cx="280098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2800" b="1">
                <a:solidFill>
                  <a:srgbClr val="DBB479"/>
                </a:solidFill>
                <a:latin typeface="MiSans"/>
                <a:ea typeface="MiSans"/>
                <a:cs typeface="MiSans"/>
              </a:rPr>
              <a:t>代码</a:t>
            </a:r>
          </a:p>
        </p:txBody>
      </p:sp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1E18725B-D2DC-45CA-830A-8E23E059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9915" y="2703830"/>
            <a:ext cx="3757930" cy="2288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2000">
                <a:solidFill>
                  <a:srgbClr val="2C3741"/>
                </a:solidFill>
                <a:latin typeface="宋体"/>
                <a:ea typeface="宋体"/>
                <a:cs typeface="宋体"/>
              </a:rPr>
              <a:t>if (height &lt; 120) {</a:t>
            </a:r>
          </a:p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2000">
                <a:solidFill>
                  <a:srgbClr val="2C3741"/>
                </a:solidFill>
                <a:latin typeface="宋体"/>
                <a:ea typeface="宋体"/>
                <a:cs typeface="宋体"/>
              </a:rPr>
              <a:t>    printf("请购买半价票\n");</a:t>
            </a:r>
          </a:p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2000">
                <a:solidFill>
                  <a:srgbClr val="2C3741"/>
                </a:solidFill>
                <a:latin typeface="宋体"/>
                <a:ea typeface="宋体"/>
                <a:cs typeface="宋体"/>
              </a:rPr>
              <a:t>} else {</a:t>
            </a:r>
          </a:p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2000">
                <a:solidFill>
                  <a:srgbClr val="2C3741"/>
                </a:solidFill>
                <a:latin typeface="宋体"/>
                <a:ea typeface="宋体"/>
                <a:cs typeface="宋体"/>
              </a:rPr>
              <a:t>    printf("继续判断学生证\n");</a:t>
            </a:r>
          </a:p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2000">
                <a:solidFill>
                  <a:srgbClr val="2C3741"/>
                </a:solidFill>
                <a:latin typeface="宋体"/>
                <a:ea typeface="宋体"/>
                <a:cs typeface="宋体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772990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18D0E8F-8954-4EA5-A22B-E8CF4B88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 flipH="1" flipV="1">
            <a:off x="457835" y="315595"/>
            <a:ext cx="525780" cy="52578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D3BDA6">
                  <a:alpha val="0"/>
                </a:srgbClr>
              </a:gs>
              <a:gs pos="100000">
                <a:srgbClr val="B48E67">
                  <a:alpha val="67000"/>
                </a:srgbClr>
              </a:gs>
            </a:gsLst>
            <a:lin ang="16200000"/>
          </a:gra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A12D862-7A8D-47F2-9BFC-18918D6A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457835" y="315595"/>
            <a:ext cx="525780" cy="525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91440" rIns="91440" bIns="4572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21B528C-DB6B-452B-A77D-4A8AE5DF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800" y="3584575"/>
            <a:ext cx="10761980" cy="4591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91440" rIns="91440" bIns="4572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66E01B6-5718-44E2-B8A1-F009D693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90" y="3083560"/>
            <a:ext cx="1388745" cy="14624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91440" rIns="91440" bIns="4572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6319756-D195-45C3-8B59-E4A5E5A1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560" y="3191510"/>
            <a:ext cx="1184910" cy="12471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91440" rIns="91440" bIns="4572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</a:p>
        </p:txBody>
      </p:sp>
      <p:pic>
        <p:nvPicPr>
          <p:cNvPr id="1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cf7a921c8540a1"/>
          <a:srcRect xmlns:a="http://schemas.openxmlformats.org/drawingml/2006/main" l="40" t="0" r="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6985" y="4946015"/>
            <a:ext cx="1602105" cy="1936750"/>
          </a:xfrm>
          <a:prstGeom xmlns:a="http://schemas.openxmlformats.org/drawingml/2006/main" prst="rect">
            <a:avLst/>
          </a:prstGeom>
        </p:spPr>
      </p:pic>
      <p:sp>
        <p:nvSpPr>
          <p:cNvPr id="32" name="Shape 15">
            <a:extLst xmlns:a="http://schemas.openxmlformats.org/drawingml/2006/main">
              <a:ext uri="{FF2B5EF4-FFF2-40B4-BE49-F238E27FC236}">
                <a16:creationId xmlns:a16="http://schemas.microsoft.com/office/drawing/2014/main" id="{9D1F183B-73C4-48EC-8AF9-C65D131A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875" y="1985645"/>
            <a:ext cx="12208510" cy="291655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3BDA6"/>
              </a:gs>
              <a:gs pos="100000">
                <a:srgbClr val="BFA492"/>
              </a:gs>
            </a:gsLst>
            <a:lin ang="2700000"/>
          </a:gradFill>
        </p:spPr>
      </p:sp>
      <p:pic>
        <p:nvPicPr>
          <p:cNvPr id="33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13f5658fda48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56595" y="575945"/>
            <a:ext cx="1243330" cy="1243330"/>
          </a:xfrm>
          <a:prstGeom xmlns:a="http://schemas.openxmlformats.org/drawingml/2006/main" prst="ellipse">
            <a:avLst/>
          </a:prstGeom>
        </p:spPr>
      </p:pic>
      <p:sp>
        <p:nvSpPr>
          <p:cNvPr id="53" name="流程图: 可选过程 52">
            <a:extLst xmlns:a="http://schemas.openxmlformats.org/drawingml/2006/main">
              <a:ext uri="{FF2B5EF4-FFF2-40B4-BE49-F238E27FC236}">
                <a16:creationId xmlns:a16="http://schemas.microsoft.com/office/drawing/2014/main" id="{5C166C8B-7562-49C1-8F80-DB8D7055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3905" y="956945"/>
            <a:ext cx="1629410" cy="762000"/>
          </a:xfrm>
          <a:prstGeom xmlns:a="http://schemas.openxmlformats.org/drawingml/2006/main" prst="flowChartAlternateProcess">
            <a:avLst/>
          </a:prstGeom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/>
              <a:t>开始</a:t>
            </a:r>
          </a:p>
        </p:txBody>
      </p:sp>
      <p:cxnSp>
        <p:nvCxnSpPr>
          <p:cNvPr id="54" name="直接箭头连接符 53"/>
          <p:cNvCxnSpPr>
            <a:stCxn xmlns:a="http://schemas.openxmlformats.org/drawingml/2006/main" id="53" idx="2"/>
          </p:cNvCxnSpPr>
          <p:nvPr/>
        </p:nvCxnSpPr>
        <p:spPr>
          <a:xfrm xmlns:a="http://schemas.openxmlformats.org/drawingml/2006/main">
            <a:off x="4118610" y="1718945"/>
            <a:ext cx="0" cy="300355"/>
          </a:xfrm>
          <a:prstGeom xmlns:a="http://schemas.openxmlformats.org/drawingml/2006/main" prst="straightConnector1">
            <a:avLst/>
          </a:prstGeom>
          <a:ln xmlns:a="http://schemas.openxmlformats.org/drawingml/2006/main" w="31750" cap="rnd">
            <a:solidFill>
              <a:prstClr val="black"/>
            </a:solidFill>
            <a:round/>
            <a:tailEnd type="arrow" w="med" len="me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55" name="平行四边形 54">
            <a:extLst xmlns:a="http://schemas.openxmlformats.org/drawingml/2006/main">
              <a:ext uri="{FF2B5EF4-FFF2-40B4-BE49-F238E27FC236}">
                <a16:creationId xmlns:a16="http://schemas.microsoft.com/office/drawing/2014/main" id="{9ACACBDD-6D3E-4939-B1AA-47BB1B9C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3905" y="2019300"/>
            <a:ext cx="1687195" cy="706120"/>
          </a:xfrm>
          <a:prstGeom xmlns:a="http://schemas.openxmlformats.org/drawingml/2006/main" prst="parallelogram">
            <a:avLst/>
          </a:prstGeom>
        </p:spPr>
        <p:style>
          <a:lnRef xmlns:a="http://schemas.openxmlformats.org/drawingml/2006/main" idx="0">
            <a:srgbClr val="FFFFFF"/>
          </a:lnRef>
          <a:fillRef xmlns:a="http://schemas.openxmlformats.org/drawingml/2006/main" idx="2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/>
              <a:t>输入身高</a:t>
            </a:r>
          </a:p>
        </p:txBody>
      </p:sp>
      <p:cxnSp>
        <p:nvCxnSpPr>
          <p:cNvPr id="56" name="直接箭头连接符 55"/>
          <p:cNvCxnSpPr>
            <a:stCxn xmlns:a="http://schemas.openxmlformats.org/drawingml/2006/main" id="55" idx="4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4147820" y="2725420"/>
            <a:ext cx="0" cy="300355"/>
          </a:xfrm>
          <a:prstGeom xmlns:a="http://schemas.openxmlformats.org/drawingml/2006/main" prst="straightConnector1">
            <a:avLst/>
          </a:prstGeom>
          <a:ln xmlns:a="http://schemas.openxmlformats.org/drawingml/2006/main" w="31750" cap="rnd">
            <a:solidFill>
              <a:prstClr val="black"/>
            </a:solidFill>
            <a:round/>
            <a:tailEnd type="arrow" w="med" len="me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57" name="菱形 56">
            <a:extLst xmlns:a="http://schemas.openxmlformats.org/drawingml/2006/main">
              <a:ext uri="{FF2B5EF4-FFF2-40B4-BE49-F238E27FC236}">
                <a16:creationId xmlns:a16="http://schemas.microsoft.com/office/drawing/2014/main" id="{59D554D2-B4D2-429B-ABC0-24964387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5440" y="3025775"/>
            <a:ext cx="2524125" cy="963930"/>
          </a:xfrm>
          <a:prstGeom xmlns:a="http://schemas.openxmlformats.org/drawingml/2006/main" prst="diamond">
            <a:avLst/>
          </a:prstGeom>
          <a:effectLst xmlns:a="http://schemas.openxmlformats.org/drawingml/2006/main">
            <a:softEdge rad="50800"/>
          </a:effectLst>
        </p:spPr>
        <p:style>
          <a:lnRef xmlns:a="http://schemas.openxmlformats.org/drawingml/2006/main" idx="0">
            <a:srgbClr val="FFFFFF"/>
          </a:lnRef>
          <a:fillRef xmlns:a="http://schemas.openxmlformats.org/drawingml/2006/main" idx="1">
            <a:schemeClr val="accent3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/>
              <a:t>身高＜120cm</a:t>
            </a: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589296B2-4F01-488C-AABC-73DE52F7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7980" y="4554220"/>
            <a:ext cx="1573530" cy="714375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0">
            <a:srgbClr val="FFFFFF"/>
          </a:lnRef>
          <a:fillRef xmlns:a="http://schemas.openxmlformats.org/drawingml/2006/main" idx="2">
            <a:schemeClr val="accent2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/>
              <a:t>持有学生证</a:t>
            </a:r>
          </a:p>
          <a:p xmlns:a="http://schemas.openxmlformats.org/drawingml/2006/main">
            <a:pPr algn="ctr">
              <a:buNone/>
            </a:pPr>
            <a:r>
              <a:rPr sz="2000"/>
              <a:t>学生票</a:t>
            </a: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0A550B6B-1B46-4EC2-8F63-89CB22D9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785" y="4545965"/>
            <a:ext cx="1573530" cy="714375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0">
            <a:srgbClr val="FFFFFF"/>
          </a:lnRef>
          <a:fillRef xmlns:a="http://schemas.openxmlformats.org/drawingml/2006/main" idx="2">
            <a:schemeClr val="accent2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/>
              <a:t>低于120cm</a:t>
            </a:r>
          </a:p>
          <a:p xmlns:a="http://schemas.openxmlformats.org/drawingml/2006/main">
            <a:pPr algn="ctr">
              <a:buNone/>
            </a:pPr>
            <a:r>
              <a:rPr sz="2000"/>
              <a:t>半价票</a:t>
            </a:r>
          </a:p>
        </p:txBody>
      </p:sp>
      <p:cxnSp>
        <p:nvCxnSpPr>
          <p:cNvPr id="60" name="肘形连接符 59"/>
          <p:cNvCxnSpPr>
            <a:stCxn xmlns:a="http://schemas.openxmlformats.org/drawingml/2006/main" id="5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5409565" y="3507740"/>
            <a:ext cx="779145" cy="5080"/>
          </a:xfrm>
          <a:prstGeom xmlns:a="http://schemas.openxmlformats.org/drawingml/2006/main" prst="bentConnector3">
            <a:avLst>
              <a:gd name="adj1" fmla="val 50041"/>
            </a:avLst>
          </a:prstGeom>
          <a:ln xmlns:a="http://schemas.openxmlformats.org/drawingml/2006/main" w="31750" cap="rnd">
            <a:solidFill>
              <a:prstClr val="black"/>
            </a:solidFill>
            <a:round/>
            <a:tailEnd type="arrow" w="med" len="me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1" name="肘形连接符 60"/>
          <p:cNvCxnSpPr>
            <a:stCxn xmlns:a="http://schemas.openxmlformats.org/drawingml/2006/main" id="57" idx="2"/>
            <a:endCxn xmlns:a="http://schemas.openxmlformats.org/drawingml/2006/main" id="59" idx="0"/>
          </p:cNvCxnSpPr>
          <p:nvPr/>
        </p:nvCxnSpPr>
        <p:spPr>
          <a:xfrm xmlns:a="http://schemas.openxmlformats.org/drawingml/2006/main" rot="5400000">
            <a:off x="3869055" y="4267200"/>
            <a:ext cx="556260" cy="127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31750" cap="rnd">
            <a:solidFill>
              <a:prstClr val="black"/>
            </a:solidFill>
            <a:round/>
            <a:tailEnd type="arrow" w="med" len="me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62" name="流程图: 可选过程 61">
            <a:extLst xmlns:a="http://schemas.openxmlformats.org/drawingml/2006/main">
              <a:ext uri="{FF2B5EF4-FFF2-40B4-BE49-F238E27FC236}">
                <a16:creationId xmlns:a16="http://schemas.microsoft.com/office/drawing/2014/main" id="{D085680A-A2A7-4278-8BC8-CDBE36A0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9305" y="5816600"/>
            <a:ext cx="1629410" cy="762000"/>
          </a:xfrm>
          <a:prstGeom xmlns:a="http://schemas.openxmlformats.org/drawingml/2006/main" prst="flowChartAlternateProcess">
            <a:avLst/>
          </a:prstGeom>
        </p:spPr>
        <p:style>
          <a:lnRef xmlns:a="http://schemas.openxmlformats.org/drawingml/2006/main" idx="0">
            <a:srgbClr val="FFFFFF"/>
          </a:lnRef>
          <a:fillRef xmlns:a="http://schemas.openxmlformats.org/drawingml/2006/main" idx="3">
            <a:schemeClr val="accent2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/>
              <a:t>结束</a:t>
            </a:r>
          </a:p>
        </p:txBody>
      </p:sp>
      <p:cxnSp>
        <p:nvCxnSpPr>
          <p:cNvPr id="63" name="肘形连接符 62"/>
          <p:cNvCxnSpPr>
            <a:stCxn xmlns:a="http://schemas.openxmlformats.org/drawingml/2006/main" id="59" idx="2"/>
            <a:endCxn xmlns:a="http://schemas.openxmlformats.org/drawingml/2006/main" id="62" idx="0"/>
          </p:cNvCxnSpPr>
          <p:nvPr/>
        </p:nvCxnSpPr>
        <p:spPr>
          <a:xfrm xmlns:a="http://schemas.openxmlformats.org/drawingml/2006/main" rot="5400000">
            <a:off x="3867150" y="5537200"/>
            <a:ext cx="556260" cy="254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31750" cap="rnd">
            <a:solidFill>
              <a:prstClr val="black"/>
            </a:solidFill>
            <a:round/>
            <a:tailEnd type="arrow" w="med" len="me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64" name="文本框 63">
            <a:extLst xmlns:a="http://schemas.openxmlformats.org/drawingml/2006/main">
              <a:ext uri="{FF2B5EF4-FFF2-40B4-BE49-F238E27FC236}">
                <a16:creationId xmlns:a16="http://schemas.microsoft.com/office/drawing/2014/main" id="{8CD904B3-8A4B-4F07-A800-944F4508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935" y="3989705"/>
            <a:ext cx="37020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是</a:t>
            </a:r>
          </a:p>
        </p:txBody>
      </p:sp>
      <p:sp>
        <p:nvSpPr>
          <p:cNvPr id="65" name="文本框 64">
            <a:extLst xmlns:a="http://schemas.openxmlformats.org/drawingml/2006/main">
              <a:ext uri="{FF2B5EF4-FFF2-40B4-BE49-F238E27FC236}">
                <a16:creationId xmlns:a16="http://schemas.microsoft.com/office/drawing/2014/main" id="{3A0BE293-3E4D-457F-9921-835CB214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139440"/>
            <a:ext cx="37020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否</a:t>
            </a:r>
          </a:p>
        </p:txBody>
      </p:sp>
      <p:cxnSp>
        <p:nvCxnSpPr>
          <p:cNvPr id="66" name="肘形连接符 65"/>
          <p:cNvCxnSpPr>
            <a:stCxn xmlns:a="http://schemas.openxmlformats.org/drawingml/2006/main" id="58" idx="2"/>
            <a:endCxn xmlns:a="http://schemas.openxmlformats.org/drawingml/2006/main" id="62" idx="3"/>
          </p:cNvCxnSpPr>
          <p:nvPr/>
        </p:nvCxnSpPr>
        <p:spPr>
          <a:xfrm xmlns:a="http://schemas.openxmlformats.org/drawingml/2006/main" rot="5400000">
            <a:off x="5757545" y="4469765"/>
            <a:ext cx="929005" cy="2526030"/>
          </a:xfrm>
          <a:prstGeom xmlns:a="http://schemas.openxmlformats.org/drawingml/2006/main" prst="bentConnector2">
            <a:avLst/>
          </a:prstGeom>
          <a:ln xmlns:a="http://schemas.openxmlformats.org/drawingml/2006/main" w="31750" cap="rnd">
            <a:solidFill>
              <a:prstClr val="black"/>
            </a:solidFill>
            <a:round/>
            <a:tailEnd type="arrow" w="med" len="me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68" name="菱形 67">
            <a:extLst xmlns:a="http://schemas.openxmlformats.org/drawingml/2006/main">
              <a:ext uri="{FF2B5EF4-FFF2-40B4-BE49-F238E27FC236}">
                <a16:creationId xmlns:a16="http://schemas.microsoft.com/office/drawing/2014/main" id="{A6B09C73-11AE-4FE9-9B1B-6F29479D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8710" y="2994660"/>
            <a:ext cx="2585720" cy="1035685"/>
          </a:xfrm>
          <a:prstGeom xmlns:a="http://schemas.openxmlformats.org/drawingml/2006/main" prst="diamond">
            <a:avLst/>
          </a:prstGeom>
          <a:effectLst xmlns:a="http://schemas.openxmlformats.org/drawingml/2006/main">
            <a:softEdge rad="50800"/>
          </a:effectLst>
        </p:spPr>
        <p:style>
          <a:lnRef xmlns:a="http://schemas.openxmlformats.org/drawingml/2006/main" idx="0">
            <a:srgbClr val="FFFFFF"/>
          </a:lnRef>
          <a:fillRef xmlns:a="http://schemas.openxmlformats.org/drawingml/2006/main" idx="1">
            <a:schemeClr val="accent3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/>
              <a:t>持有学生</a:t>
            </a:r>
            <a:r>
              <a:rPr sz="2000"/>
              <a:t>证</a:t>
            </a:r>
          </a:p>
        </p:txBody>
      </p:sp>
      <p:cxnSp>
        <p:nvCxnSpPr>
          <p:cNvPr id="69" name="肘形连接符 3"/>
          <p:cNvCxnSpPr>
            <a:stCxn xmlns:a="http://schemas.openxmlformats.org/drawingml/2006/main" id="68" idx="2"/>
            <a:endCxn xmlns:a="http://schemas.openxmlformats.org/drawingml/2006/main" id="58" idx="0"/>
          </p:cNvCxnSpPr>
          <p:nvPr/>
        </p:nvCxnSpPr>
        <p:spPr>
          <a:xfrm xmlns:a="http://schemas.openxmlformats.org/drawingml/2006/main" rot="5400000" flipV="1">
            <a:off x="7221220" y="4290695"/>
            <a:ext cx="523875" cy="3175"/>
          </a:xfrm>
          <a:prstGeom xmlns:a="http://schemas.openxmlformats.org/drawingml/2006/main" prst="bentConnector3">
            <a:avLst>
              <a:gd name="adj1" fmla="val 50061"/>
            </a:avLst>
          </a:prstGeom>
          <a:ln xmlns:a="http://schemas.openxmlformats.org/drawingml/2006/main" w="31750" cap="rnd">
            <a:solidFill>
              <a:prstClr val="black"/>
            </a:solidFill>
            <a:round/>
            <a:tailEnd type="arrow" w="med" len="me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70" name="肘形连接符 5"/>
          <p:cNvCxnSpPr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8774430" y="3512820"/>
            <a:ext cx="1502410" cy="1025525"/>
          </a:xfrm>
          <a:prstGeom xmlns:a="http://schemas.openxmlformats.org/drawingml/2006/main" prst="bentConnector2">
            <a:avLst/>
          </a:prstGeom>
          <a:ln xmlns:a="http://schemas.openxmlformats.org/drawingml/2006/main" w="31750" cap="rnd">
            <a:solidFill>
              <a:prstClr val="black"/>
            </a:solidFill>
            <a:round/>
            <a:tailEnd type="arrow" w="med" len="me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FC36A58-4E07-4EEC-977D-DAE5D133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4335" y="4538345"/>
            <a:ext cx="1984375" cy="90170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0">
            <a:srgbClr val="FFFFFF"/>
          </a:lnRef>
          <a:fillRef xmlns:a="http://schemas.openxmlformats.org/drawingml/2006/main" idx="2">
            <a:schemeClr val="accent2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/>
              <a:t>未持有学生证</a:t>
            </a:r>
          </a:p>
          <a:p xmlns:a="http://schemas.openxmlformats.org/drawingml/2006/main">
            <a:pPr algn="ctr">
              <a:buNone/>
            </a:pPr>
            <a:r>
              <a:rPr sz="2000"/>
              <a:t>全价票</a:t>
            </a:r>
          </a:p>
        </p:txBody>
      </p:sp>
      <p:cxnSp>
        <p:nvCxnSpPr>
          <p:cNvPr id="72" name="肘形连接符 11"/>
          <p:cNvCxnSpPr>
            <a:stCxn xmlns:a="http://schemas.openxmlformats.org/drawingml/2006/main" id="8" idx="2"/>
          </p:cNvCxnSpPr>
          <p:nvPr/>
        </p:nvCxnSpPr>
        <p:spPr>
          <a:xfrm xmlns:a="http://schemas.openxmlformats.org/drawingml/2006/main" rot="5400000">
            <a:off x="7255510" y="3175635"/>
            <a:ext cx="757555" cy="5285740"/>
          </a:xfrm>
          <a:prstGeom xmlns:a="http://schemas.openxmlformats.org/drawingml/2006/main" prst="bentConnector2">
            <a:avLst/>
          </a:prstGeom>
          <a:ln xmlns:a="http://schemas.openxmlformats.org/drawingml/2006/main" w="31750" cap="rnd">
            <a:solidFill>
              <a:prstClr val="black"/>
            </a:solidFill>
            <a:round/>
            <a:tailEnd type="arrow" w="med" len="me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EC8537F8-66BE-4B78-858E-FA6EC86A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990" y="4014470"/>
            <a:ext cx="37020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是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EFF60D59-A604-4959-AF1A-8EB3C965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100" y="3143250"/>
            <a:ext cx="37020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否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3744218-6097-4B10-9AF9-4241746A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85" y="524510"/>
            <a:ext cx="6272530" cy="5835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200" b="1">
                <a:solidFill>
                  <a:srgbClr val="2B2F36"/>
                </a:solidFill>
                <a:latin typeface="宋体"/>
                <a:ea typeface="宋体"/>
                <a:cs typeface="宋体"/>
              </a:rPr>
              <a:t>流程图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D7BB0765-4F88-46CF-B013-7F5494FA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" y="2223135"/>
            <a:ext cx="3363595" cy="2169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chemeClr val="bg1"/>
                </a:solidFill>
              </a:rPr>
              <a:t>妹妹：</a:t>
            </a:r>
          </a:p>
          <a:p xmlns:a="http://schemas.openxmlformats.org/drawingml/2006/main">
            <a:pPr indent="457200">
              <a:buNone/>
            </a:pPr>
            <a:r>
              <a:rPr sz="2800" b="1">
                <a:solidFill>
                  <a:schemeClr val="bg1"/>
                </a:solidFill>
              </a:rPr>
              <a:t>身高116cm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rPr sz="2800" b="1">
                <a:solidFill>
                  <a:schemeClr val="bg1"/>
                </a:solidFill>
              </a:rPr>
              <a:t>小明：</a:t>
            </a:r>
          </a:p>
          <a:p xmlns:a="http://schemas.openxmlformats.org/drawingml/2006/main">
            <a:pPr indent="457200">
              <a:buNone/>
            </a:pPr>
            <a:r>
              <a:rPr sz="2800" b="1">
                <a:solidFill>
                  <a:schemeClr val="bg1"/>
                </a:solidFill>
              </a:rPr>
              <a:t>身高138cm</a:t>
            </a:r>
          </a:p>
          <a:p xmlns:a="http://schemas.openxmlformats.org/drawingml/2006/main">
            <a:pPr indent="457200">
              <a:buNone/>
            </a:pPr>
            <a:r>
              <a:rPr sz="2800" b="1">
                <a:solidFill>
                  <a:schemeClr val="bg1"/>
                </a:solidFill>
              </a:rPr>
              <a:t>持有学生证</a:t>
            </a:r>
          </a:p>
        </p:txBody>
      </p:sp>
      <p:sp>
        <p:nvSpPr>
          <p:cNvPr id="17" name="椭圆形标注 16">
            <a:extLst xmlns:a="http://schemas.openxmlformats.org/drawingml/2006/main">
              <a:ext uri="{FF2B5EF4-FFF2-40B4-BE49-F238E27FC236}">
                <a16:creationId xmlns:a16="http://schemas.microsoft.com/office/drawing/2014/main" id="{CF0A5D95-C0F0-407A-A9C0-DA675948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165" y="749935"/>
            <a:ext cx="3877310" cy="1975485"/>
          </a:xfrm>
          <a:prstGeom xmlns:a="http://schemas.openxmlformats.org/drawingml/2006/main" prst="wedgeEllipseCallout">
            <a:avLst>
              <a:gd name="adj1" fmla="val -27446"/>
              <a:gd name="adj2" fmla="val 61346"/>
            </a:avLst>
          </a:prstGeom>
          <a:solidFill xmlns:a="http://schemas.openxmlformats.org/drawingml/2006/main">
            <a:schemeClr val="accent3">
              <a:lumMod val="40000"/>
              <a:lumOff val="60000"/>
            </a:schemeClr>
          </a:solidFill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rPr sz="2000">
                <a:solidFill>
                  <a:schemeClr val="tx1"/>
                </a:solidFill>
              </a:rPr>
              <a:t>为什么要先判断身高，再判断学生证？</a:t>
            </a:r>
          </a:p>
        </p:txBody>
      </p:sp>
    </p:spTree>
    <p:extLst>
      <p:ext uri="{BB962C8B-B14F-4D97-AF65-F5344CB8AC3E}">
        <p14:creationId xmlns:p14="http://schemas.microsoft.com/office/powerpoint/2010/main" val="68746969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hape 5">
            <a:extLst xmlns:a="http://schemas.openxmlformats.org/drawingml/2006/main">
              <a:ext uri="{FF2B5EF4-FFF2-40B4-BE49-F238E27FC236}">
                <a16:creationId xmlns:a16="http://schemas.microsoft.com/office/drawing/2014/main" id="{B98B8FF5-718B-4230-8BB1-1A9BFBE4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90700"/>
            <a:ext cx="4381500" cy="685800"/>
          </a:xfrm>
          <a:prstGeom xmlns:a="http://schemas.openxmlformats.org/drawingml/2006/main" prst="roundRect">
            <a:avLst>
              <a:gd name="adj" fmla="val 74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gradFill>
              <a:gsLst>
                <a:gs pos="0">
                  <a:srgbClr val="F0E1C9"/>
                </a:gs>
                <a:gs pos="100000">
                  <a:srgbClr val="D3BDA6"/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/>
              <a:t>一个条件产生“是/否”两条执行路径</a:t>
            </a:r>
          </a:p>
        </p:txBody>
      </p:sp>
      <p:sp>
        <p:nvSpPr>
          <p:cNvPr id="11" name="Shape 5">
            <a:extLst xmlns:a="http://schemas.openxmlformats.org/drawingml/2006/main">
              <a:ext uri="{FF2B5EF4-FFF2-40B4-BE49-F238E27FC236}">
                <a16:creationId xmlns:a16="http://schemas.microsoft.com/office/drawing/2014/main" id="{93046E5D-6E97-4D30-B7FF-CCA0D731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4381500" cy="685800"/>
          </a:xfrm>
          <a:prstGeom xmlns:a="http://schemas.openxmlformats.org/drawingml/2006/main" prst="roundRect">
            <a:avLst>
              <a:gd name="adj" fmla="val 74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gradFill>
              <a:gsLst>
                <a:gs pos="0">
                  <a:srgbClr val="F0E1C9"/>
                </a:gs>
                <a:gs pos="100000">
                  <a:srgbClr val="D3BDA6"/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/>
              <a:t>一个分支中继续判断</a:t>
            </a:r>
          </a:p>
          <a:p xmlns:a="http://schemas.openxmlformats.org/drawingml/2006/main">
            <a:r>
              <a:rPr sz="1275"/>
              <a:t>注意条件的先后顺序</a:t>
            </a:r>
          </a:p>
        </p:txBody>
      </p:sp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FD43961-486E-4788-94C8-ED104846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 flipH="1" flipV="1">
            <a:off x="457835" y="315595"/>
            <a:ext cx="525780" cy="52578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D3BDA6">
                  <a:alpha val="0"/>
                </a:srgbClr>
              </a:gs>
              <a:gs pos="100000">
                <a:srgbClr val="B48E67">
                  <a:alpha val="67000"/>
                </a:srgbClr>
              </a:gs>
            </a:gsLst>
            <a:lin ang="16200000"/>
          </a:gra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ACC455A-7076-445B-873F-96360E00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457835" y="315595"/>
            <a:ext cx="525780" cy="525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91440" rIns="91440" bIns="4572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CA6D8AB-8767-4EF9-AD2F-87531A90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6035" y="592138"/>
            <a:ext cx="351155" cy="4381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3BDA6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9C17618-3B7E-4560-85F4-3D3190A5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6035" y="592138"/>
            <a:ext cx="351155" cy="438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91440" rIns="91440" bIns="4572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EB488B1-EE84-4868-AF4D-106BFFCB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6035" y="712153"/>
            <a:ext cx="351155" cy="4381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3BDA6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F728D14-0211-4070-A8B3-0B500FED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6035" y="712153"/>
            <a:ext cx="351155" cy="438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91440" rIns="91440" bIns="4572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29406FB-16EC-483F-9B13-8B18CBE3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6035" y="832168"/>
            <a:ext cx="351155" cy="4381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3BDA6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36357D2-CB3C-447D-B006-AF6A2F08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6035" y="832168"/>
            <a:ext cx="351155" cy="438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91440" rIns="91440" bIns="4572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D5777AF6-2167-46EF-8C35-19A06FBB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6035" y="592138"/>
            <a:ext cx="351155" cy="4381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3BDA6"/>
          </a:solidFill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FD334D69-5C2D-4272-8435-E27139B6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6035" y="592138"/>
            <a:ext cx="351155" cy="438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91440" rIns="91440" bIns="4572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B76D09D4-8F82-4B5A-9387-F1C521F2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6035" y="712153"/>
            <a:ext cx="351155" cy="4381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3BDA6"/>
          </a:solidFill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74758FA7-A307-45BB-B5C4-17E7E37B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6035" y="712153"/>
            <a:ext cx="351155" cy="438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91440" rIns="91440" bIns="4572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E7E53975-EA6C-4D14-B5C2-1A0F035F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6035" y="832168"/>
            <a:ext cx="351155" cy="4381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3BDA6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092AE4BC-019F-483A-B006-B8CACD2C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6035" y="832168"/>
            <a:ext cx="351155" cy="438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91440" rIns="91440" bIns="4572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E962B07C-1EDF-4F31-BF73-95AA0E46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510" y="6572885"/>
            <a:ext cx="12221210" cy="28511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3BDA6"/>
              </a:gs>
              <a:gs pos="100000">
                <a:srgbClr val="BFA492"/>
              </a:gs>
            </a:gsLst>
            <a:lin ang="2700000"/>
          </a:gra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EEAD050A-5AF6-4BD3-AF8D-88B0B2DD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510" y="6572885"/>
            <a:ext cx="12221210" cy="2851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91440" rIns="91440" bIns="4572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</a:p>
        </p:txBody>
      </p:sp>
      <p:pic>
        <p:nvPicPr>
          <p:cNvPr id="46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3b6d2faf514d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1020" y="3429000"/>
            <a:ext cx="4866005" cy="2107565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accent1"/>
            </a:solidFill>
          </a:ln>
        </p:spPr>
      </p:pic>
      <p:sp>
        <p:nvSpPr>
          <p:cNvPr id="27" name="Text 14">
            <a:extLst xmlns:a="http://schemas.openxmlformats.org/drawingml/2006/main">
              <a:ext uri="{FF2B5EF4-FFF2-40B4-BE49-F238E27FC236}">
                <a16:creationId xmlns:a16="http://schemas.microsoft.com/office/drawing/2014/main" id="{5F2BAEFC-B2C5-46E8-9EC9-8A48AF03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85" y="524510"/>
            <a:ext cx="10210165" cy="5835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200" b="1">
                <a:solidFill>
                  <a:srgbClr val="2B2F36"/>
                </a:solidFill>
                <a:latin typeface="MiSans"/>
                <a:ea typeface="MiSans"/>
                <a:cs typeface="MiSans"/>
              </a:rPr>
              <a:t>两种</a:t>
            </a:r>
            <a:r>
              <a:rPr sz="3200" b="1">
                <a:solidFill>
                  <a:srgbClr val="2B2F36"/>
                </a:solidFill>
                <a:latin typeface="MiSans"/>
                <a:ea typeface="MiSans"/>
                <a:cs typeface="MiSans"/>
              </a:rPr>
              <a:t>结构</a:t>
            </a:r>
          </a:p>
        </p:txBody>
      </p:sp>
      <p:sp>
        <p:nvSpPr>
          <p:cNvPr id="30" name="Text 7">
            <a:extLst xmlns:a="http://schemas.openxmlformats.org/drawingml/2006/main">
              <a:ext uri="{FF2B5EF4-FFF2-40B4-BE49-F238E27FC236}">
                <a16:creationId xmlns:a16="http://schemas.microsoft.com/office/drawing/2014/main" id="{23A41F9B-1121-42C2-869D-CB501015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85" y="1219200"/>
            <a:ext cx="280098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800" b="1">
                <a:solidFill>
                  <a:srgbClr val="DBB479"/>
                </a:solidFill>
                <a:latin typeface="MiSans"/>
                <a:ea typeface="MiSans"/>
                <a:cs typeface="MiSans"/>
              </a:rPr>
              <a:t>嵌套分支结构</a:t>
            </a:r>
          </a:p>
        </p:txBody>
      </p:sp>
      <p:sp>
        <p:nvSpPr>
          <p:cNvPr id="31" name="Text 7">
            <a:extLst xmlns:a="http://schemas.openxmlformats.org/drawingml/2006/main">
              <a:ext uri="{FF2B5EF4-FFF2-40B4-BE49-F238E27FC236}">
                <a16:creationId xmlns:a16="http://schemas.microsoft.com/office/drawing/2014/main" id="{BF90EB50-2300-466F-BDC4-0558FCAA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0160" y="1219200"/>
            <a:ext cx="280098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800" b="1">
                <a:solidFill>
                  <a:srgbClr val="DBB479"/>
                </a:solidFill>
                <a:latin typeface="MiSans"/>
                <a:ea typeface="MiSans"/>
                <a:cs typeface="MiSans"/>
              </a:rPr>
              <a:t>双分支结构</a:t>
            </a:r>
          </a:p>
        </p:txBody>
      </p:sp>
      <p:pic>
        <p:nvPicPr>
          <p:cNvPr id="50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d9b584900841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8240" y="3492500"/>
            <a:ext cx="4907280" cy="272034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7088924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4FF8138-8236-489F-9CD0-BF5A47A1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 flipH="1" flipV="1">
            <a:off x="457835" y="315595"/>
            <a:ext cx="525780" cy="52578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D3BDA6">
                  <a:alpha val="0"/>
                </a:srgbClr>
              </a:gs>
              <a:gs pos="100000">
                <a:srgbClr val="B48E67">
                  <a:alpha val="67000"/>
                </a:srgbClr>
              </a:gs>
            </a:gsLst>
            <a:lin ang="16200000"/>
          </a:gra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B7DA149-56D6-4C19-BA94-58532A0B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457835" y="315595"/>
            <a:ext cx="525780" cy="525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91440" rIns="91440" bIns="4572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AA0B5DE-08C2-4F83-A754-C619EDBC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6035" y="592138"/>
            <a:ext cx="351155" cy="4381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3BDA6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B617FB7-4B3F-43A0-B895-A7BFD87C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6035" y="592138"/>
            <a:ext cx="351155" cy="438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91440" rIns="91440" bIns="4572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7A5B02B-C3AA-4418-90D7-3B6267C9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6035" y="712153"/>
            <a:ext cx="351155" cy="4381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3BDA6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D539BAF-4DD4-4457-8B53-E950020E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6035" y="712153"/>
            <a:ext cx="351155" cy="438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91440" rIns="91440" bIns="4572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A3194A3-2212-413E-8463-D5B542EB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6035" y="832168"/>
            <a:ext cx="351155" cy="4381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3BDA6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58C5E8B-13DF-4EE9-88A1-2F0A92B8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6035" y="832168"/>
            <a:ext cx="351155" cy="438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91440" rIns="91440" bIns="4572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ED4FD8C-B203-4837-9007-6E2E6A7B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6035" y="592138"/>
            <a:ext cx="351155" cy="4381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3BDA6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6B4FC50-C36A-4313-8282-9AE08437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6035" y="592138"/>
            <a:ext cx="351155" cy="438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91440" rIns="91440" bIns="4572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44DB2CF-3E45-4A9D-BAB1-D4899923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6035" y="712153"/>
            <a:ext cx="351155" cy="4381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3BDA6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C549011-158B-44C6-B0AF-3E92C5FF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6035" y="712153"/>
            <a:ext cx="351155" cy="438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91440" rIns="91440" bIns="4572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598E2B8-1742-4E64-9110-0D1332E9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6035" y="832168"/>
            <a:ext cx="351155" cy="4381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3BDA6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D9CC858-26C0-4561-8BD8-E8672F21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6035" y="832168"/>
            <a:ext cx="351155" cy="438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91440" rIns="91440" bIns="4572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0F73D4C-4B8E-4CCD-ADC9-95D1CD44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85" y="524510"/>
            <a:ext cx="10210165" cy="5835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200" b="1">
                <a:solidFill>
                  <a:srgbClr val="2B2F36"/>
                </a:solidFill>
                <a:latin typeface="MiSans"/>
                <a:ea typeface="MiSans"/>
                <a:cs typeface="MiSans"/>
              </a:rPr>
              <a:t>代码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A1ACE4B7-AF3E-430E-99B1-6A6C8CBC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510" y="5384165"/>
            <a:ext cx="12221210" cy="147383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3BDA6"/>
              </a:gs>
              <a:gs pos="100000">
                <a:srgbClr val="BFA492"/>
              </a:gs>
            </a:gsLst>
            <a:lin ang="2700000"/>
          </a:gra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0084C22-AD75-4CB4-B0F0-3C9D3637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510" y="5384165"/>
            <a:ext cx="12221210" cy="14738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91440" rIns="91440" bIns="4572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</a:p>
        </p:txBody>
      </p:sp>
      <p:sp>
        <p:nvSpPr>
          <p:cNvPr id="19" name="Text 8">
            <a:extLst xmlns:a="http://schemas.openxmlformats.org/drawingml/2006/main">
              <a:ext uri="{FF2B5EF4-FFF2-40B4-BE49-F238E27FC236}">
                <a16:creationId xmlns:a16="http://schemas.microsoft.com/office/drawing/2014/main" id="{6B3254EB-C614-41FB-80C9-942968AB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0230" y="953135"/>
            <a:ext cx="3841115" cy="5608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2800" b="1">
                <a:solidFill>
                  <a:srgbClr val="FF0000"/>
                </a:solidFill>
                <a:latin typeface="MiSans"/>
                <a:ea typeface="MiSans"/>
                <a:cs typeface="MiSans"/>
              </a:rPr>
              <a:t>注意：</a:t>
            </a:r>
          </a:p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2800">
                <a:solidFill>
                  <a:srgbClr val="FF0000"/>
                </a:solidFill>
                <a:latin typeface="MiSans"/>
                <a:ea typeface="MiSans"/>
                <a:cs typeface="MiSans"/>
              </a:rPr>
              <a:t>1.先判断身高，再判断学生证</a:t>
            </a:r>
          </a:p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2800">
                <a:solidFill>
                  <a:srgbClr val="FF0000"/>
                </a:solidFill>
                <a:latin typeface="MiSans"/>
                <a:ea typeface="MiSans"/>
                <a:cs typeface="MiSans"/>
              </a:rPr>
              <a:t>2.用缩进看清嵌套层次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ADD8D589-9B9F-448A-9CA5-99B2F491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195" y="636270"/>
            <a:ext cx="5662295" cy="563308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3BD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</a:pPr>
            <a:r>
              <a:rPr sz="2400">
                <a:solidFill>
                  <a:srgbClr val="2C3741"/>
                </a:solidFill>
                <a:latin typeface="宋体"/>
                <a:ea typeface="宋体"/>
                <a:cs typeface="宋体"/>
              </a:rPr>
              <a:t>if (height &lt; 120) {</a:t>
            </a:r>
          </a:p>
          <a:p xmlns:a="http://schemas.openxmlformats.org/drawingml/2006/main">
            <a:pPr indent="0">
              <a:lnSpc>
                <a:spcPct val="100000"/>
              </a:lnSpc>
              <a:buNone/>
            </a:pPr>
            <a:r>
              <a:rPr sz="2400">
                <a:solidFill>
                  <a:srgbClr val="2C3741"/>
                </a:solidFill>
                <a:latin typeface="宋体"/>
                <a:ea typeface="宋体"/>
                <a:cs typeface="宋体"/>
              </a:rPr>
              <a:t>    printf("购买半价票\n");</a:t>
            </a:r>
          </a:p>
          <a:p xmlns:a="http://schemas.openxmlformats.org/drawingml/2006/main">
            <a:pPr indent="0">
              <a:lnSpc>
                <a:spcPct val="100000"/>
              </a:lnSpc>
              <a:buNone/>
            </a:pPr>
            <a:r>
              <a:rPr sz="2400">
                <a:solidFill>
                  <a:srgbClr val="2C3741"/>
                </a:solidFill>
                <a:latin typeface="宋体"/>
                <a:ea typeface="宋体"/>
                <a:cs typeface="宋体"/>
              </a:rPr>
              <a:t>} else {</a:t>
            </a:r>
          </a:p>
          <a:p xmlns:a="http://schemas.openxmlformats.org/drawingml/2006/main">
            <a:pPr indent="0">
              <a:lnSpc>
                <a:spcPct val="100000"/>
              </a:lnSpc>
              <a:buNone/>
            </a:pPr>
            <a:r>
              <a:rPr sz="2400">
                <a:solidFill>
                  <a:srgbClr val="2C3741"/>
                </a:solidFill>
                <a:latin typeface="宋体"/>
                <a:ea typeface="宋体"/>
                <a:cs typeface="宋体"/>
              </a:rPr>
              <a:t>    if (has_student_id == 1) {</a:t>
            </a:r>
          </a:p>
          <a:p xmlns:a="http://schemas.openxmlformats.org/drawingml/2006/main">
            <a:pPr indent="0">
              <a:lnSpc>
                <a:spcPct val="100000"/>
              </a:lnSpc>
              <a:buNone/>
            </a:pPr>
            <a:r>
              <a:rPr sz="2400">
                <a:solidFill>
                  <a:srgbClr val="2C3741"/>
                </a:solidFill>
                <a:latin typeface="宋体"/>
                <a:ea typeface="宋体"/>
                <a:cs typeface="宋体"/>
              </a:rPr>
              <a:t>        printf("购买学生票\n");</a:t>
            </a:r>
          </a:p>
          <a:p xmlns:a="http://schemas.openxmlformats.org/drawingml/2006/main">
            <a:pPr indent="0">
              <a:lnSpc>
                <a:spcPct val="100000"/>
              </a:lnSpc>
              <a:buNone/>
            </a:pPr>
            <a:r>
              <a:rPr sz="2400">
                <a:solidFill>
                  <a:srgbClr val="2C3741"/>
                </a:solidFill>
                <a:latin typeface="宋体"/>
                <a:ea typeface="宋体"/>
                <a:cs typeface="宋体"/>
              </a:rPr>
              <a:t>    } else {</a:t>
            </a:r>
          </a:p>
          <a:p xmlns:a="http://schemas.openxmlformats.org/drawingml/2006/main">
            <a:pPr marL="457200" indent="457200">
              <a:lnSpc>
                <a:spcPct val="100000"/>
              </a:lnSpc>
              <a:buNone/>
            </a:pPr>
            <a:r>
              <a:rPr sz="2400">
                <a:solidFill>
                  <a:srgbClr val="0070C0"/>
                </a:solidFill>
                <a:latin typeface="宋体"/>
                <a:ea typeface="宋体"/>
                <a:cs typeface="宋体"/>
              </a:rPr>
              <a:t>        printf("购买全价票\n");</a:t>
            </a:r>
          </a:p>
          <a:p xmlns:a="http://schemas.openxmlformats.org/drawingml/2006/main">
            <a:pPr indent="0">
              <a:lnSpc>
                <a:spcPct val="100000"/>
              </a:lnSpc>
              <a:buNone/>
            </a:pPr>
            <a:r>
              <a:rPr sz="2400">
                <a:solidFill>
                  <a:srgbClr val="0070C0"/>
                </a:solidFill>
                <a:latin typeface="宋体"/>
                <a:ea typeface="宋体"/>
                <a:cs typeface="宋体"/>
              </a:rPr>
              <a:t>    }</a:t>
            </a:r>
          </a:p>
          <a:p xmlns:a="http://schemas.openxmlformats.org/drawingml/2006/main">
            <a:pPr indent="0">
              <a:lnSpc>
                <a:spcPct val="100000"/>
              </a:lnSpc>
              <a:buNone/>
            </a:pPr>
            <a:r>
              <a:rPr sz="2400">
                <a:solidFill>
                  <a:srgbClr val="0070C0"/>
                </a:solidFill>
                <a:latin typeface="宋体"/>
                <a:ea typeface="宋体"/>
                <a:cs typeface="宋体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39141725"/>
      </p:ext>
    </p:extLst>
  </p:cSld>
</p:sld>
</file>

<file path=ppt/theme/theme1.xml><?xml version="1.0" encoding="utf-8"?>
<a:theme xmlns:a="http://schemas.openxmlformats.org/drawingml/2006/main" name="Custom Theme">
  <a:themeElements>
    <a:clrScheme name="ChatGPT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D3BDA6"/>
      </a:accent1>
      <a:accent2>
        <a:srgbClr val="DBB479"/>
      </a:accent2>
      <a:accent3>
        <a:srgbClr val="AB8A7D"/>
      </a:accent3>
      <a:accent4>
        <a:srgbClr val="2C3741"/>
      </a:accent4>
      <a:accent5>
        <a:srgbClr val="2C3741"/>
      </a:accent5>
      <a:accent6>
        <a:srgbClr val="DBB479"/>
      </a:accent6>
      <a:hlink>
        <a:srgbClr val="000000"/>
      </a:hlink>
      <a:folHlink>
        <a:srgbClr val="00000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2026-06-13T04:38:44.7880000Z</dcterms:created>
  <dcterms:modified xsi:type="dcterms:W3CDTF">2026-06-13T04:38:44.7880000Z</dcterms:modified>
</coreProperties>
</file>